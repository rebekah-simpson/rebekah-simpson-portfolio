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95" r:id="rId5"/>
    <p:sldId id="296" r:id="rId6"/>
    <p:sldId id="297" r:id="rId7"/>
    <p:sldId id="298" r:id="rId8"/>
    <p:sldId id="351" r:id="rId9"/>
    <p:sldId id="323" r:id="rId10"/>
    <p:sldId id="324" r:id="rId11"/>
    <p:sldId id="325" r:id="rId12"/>
    <p:sldId id="326" r:id="rId13"/>
    <p:sldId id="299" r:id="rId14"/>
    <p:sldId id="350" r:id="rId15"/>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F84212E2-1F67-A0C2-6AA2-EC50752256AF}" name="Rachel Walker" initials="RW" userId="S::walke101@ua.edu::fae749b4-494a-4b78-8132-85d62e5af3f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2C9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76755" autoAdjust="0"/>
  </p:normalViewPr>
  <p:slideViewPr>
    <p:cSldViewPr snapToGrid="0">
      <p:cViewPr varScale="1">
        <p:scale>
          <a:sx n="115" d="100"/>
          <a:sy n="115" d="100"/>
        </p:scale>
        <p:origin x="536" y="192"/>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walke101\Downloads\Analytics%20Alphabet%20Pronunciation.excel.xml"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'Presentation Viewing Trends'!$E$1</c:f>
              <c:strCache>
                <c:ptCount val="1"/>
                <c:pt idx="0">
                  <c:v>Total Views</c:v>
                </c:pt>
              </c:strCache>
            </c:strRef>
          </c:tx>
          <c:spPr>
            <a:ln w="28575" cap="rnd">
              <a:solidFill>
                <a:schemeClr val="accent1"/>
              </a:solidFill>
              <a:round/>
            </a:ln>
            <a:effectLst/>
          </c:spPr>
          <c:marker>
            <c:symbol val="none"/>
          </c:marker>
          <c:cat>
            <c:numRef>
              <c:f>'Presentation Viewing Trends'!$D$2:$D$20</c:f>
              <c:numCache>
                <c:formatCode>0</c:formatCode>
                <c:ptCount val="19"/>
                <c:pt idx="0">
                  <c:v>5.0000000000000027</c:v>
                </c:pt>
                <c:pt idx="1">
                  <c:v>10.000000000000023</c:v>
                </c:pt>
                <c:pt idx="2">
                  <c:v>14.999999999999991</c:v>
                </c:pt>
                <c:pt idx="3">
                  <c:v>19.999999999999957</c:v>
                </c:pt>
                <c:pt idx="4">
                  <c:v>25.000000000000014</c:v>
                </c:pt>
                <c:pt idx="5">
                  <c:v>29.999999999999982</c:v>
                </c:pt>
                <c:pt idx="6">
                  <c:v>35.000000000000036</c:v>
                </c:pt>
                <c:pt idx="7">
                  <c:v>40</c:v>
                </c:pt>
                <c:pt idx="8">
                  <c:v>44.999999999999972</c:v>
                </c:pt>
                <c:pt idx="9">
                  <c:v>50.000000000000028</c:v>
                </c:pt>
                <c:pt idx="10">
                  <c:v>54.999999999999993</c:v>
                </c:pt>
                <c:pt idx="11">
                  <c:v>59.999999999999964</c:v>
                </c:pt>
                <c:pt idx="12">
                  <c:v>65.000000000000014</c:v>
                </c:pt>
                <c:pt idx="13">
                  <c:v>69.999999999999986</c:v>
                </c:pt>
                <c:pt idx="14">
                  <c:v>75.000000000000043</c:v>
                </c:pt>
                <c:pt idx="15">
                  <c:v>80</c:v>
                </c:pt>
                <c:pt idx="16">
                  <c:v>84.999999999999972</c:v>
                </c:pt>
                <c:pt idx="17">
                  <c:v>90.000000000000284</c:v>
                </c:pt>
                <c:pt idx="18">
                  <c:v>95.000000000000256</c:v>
                </c:pt>
              </c:numCache>
            </c:numRef>
          </c:cat>
          <c:val>
            <c:numRef>
              <c:f>'Presentation Viewing Trends'!$E$2:$E$20</c:f>
              <c:numCache>
                <c:formatCode>General</c:formatCode>
                <c:ptCount val="19"/>
                <c:pt idx="0">
                  <c:v>807</c:v>
                </c:pt>
                <c:pt idx="1">
                  <c:v>859</c:v>
                </c:pt>
                <c:pt idx="2">
                  <c:v>881</c:v>
                </c:pt>
                <c:pt idx="3">
                  <c:v>890</c:v>
                </c:pt>
                <c:pt idx="4">
                  <c:v>874</c:v>
                </c:pt>
                <c:pt idx="5">
                  <c:v>852</c:v>
                </c:pt>
                <c:pt idx="6">
                  <c:v>807</c:v>
                </c:pt>
                <c:pt idx="7">
                  <c:v>804</c:v>
                </c:pt>
                <c:pt idx="8">
                  <c:v>792</c:v>
                </c:pt>
                <c:pt idx="9">
                  <c:v>769</c:v>
                </c:pt>
                <c:pt idx="10">
                  <c:v>724</c:v>
                </c:pt>
                <c:pt idx="11">
                  <c:v>662</c:v>
                </c:pt>
                <c:pt idx="12">
                  <c:v>610</c:v>
                </c:pt>
                <c:pt idx="13">
                  <c:v>598</c:v>
                </c:pt>
                <c:pt idx="14">
                  <c:v>583</c:v>
                </c:pt>
                <c:pt idx="15">
                  <c:v>573</c:v>
                </c:pt>
                <c:pt idx="16">
                  <c:v>554</c:v>
                </c:pt>
                <c:pt idx="17">
                  <c:v>521</c:v>
                </c:pt>
                <c:pt idx="18">
                  <c:v>334</c:v>
                </c:pt>
              </c:numCache>
            </c:numRef>
          </c:val>
          <c:smooth val="0"/>
          <c:extLst>
            <c:ext xmlns:c16="http://schemas.microsoft.com/office/drawing/2014/chart" uri="{C3380CC4-5D6E-409C-BE32-E72D297353CC}">
              <c16:uniqueId val="{00000000-6E92-4F73-B32F-8DA0B9559D31}"/>
            </c:ext>
          </c:extLst>
        </c:ser>
        <c:dLbls>
          <c:showLegendKey val="0"/>
          <c:showVal val="0"/>
          <c:showCatName val="0"/>
          <c:showSerName val="0"/>
          <c:showPercent val="0"/>
          <c:showBubbleSize val="0"/>
        </c:dLbls>
        <c:hiLowLines>
          <c:spPr>
            <a:ln w="9525" cap="flat" cmpd="sng" algn="ctr">
              <a:solidFill>
                <a:schemeClr val="tx1">
                  <a:lumMod val="75000"/>
                  <a:lumOff val="25000"/>
                </a:schemeClr>
              </a:solidFill>
              <a:round/>
            </a:ln>
            <a:effectLst/>
          </c:spPr>
        </c:hiLowLines>
        <c:smooth val="0"/>
        <c:axId val="935234559"/>
        <c:axId val="926754863"/>
      </c:lineChart>
      <c:catAx>
        <c:axId val="935234559"/>
        <c:scaling>
          <c:orientation val="minMax"/>
        </c:scaling>
        <c:delete val="0"/>
        <c:axPos val="b"/>
        <c:title>
          <c:tx>
            <c:rich>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a:t>Time (in s)</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926754863"/>
        <c:crosses val="autoZero"/>
        <c:auto val="1"/>
        <c:lblAlgn val="ctr"/>
        <c:lblOffset val="100"/>
        <c:noMultiLvlLbl val="0"/>
      </c:catAx>
      <c:valAx>
        <c:axId val="9267548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r>
                  <a:rPr lang="en-US"/>
                  <a:t>Number of views</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crossAx val="935234559"/>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20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Sheet2!$B$1</c:f>
              <c:strCache>
                <c:ptCount val="1"/>
                <c:pt idx="0">
                  <c:v>Success Rate</c:v>
                </c:pt>
              </c:strCache>
            </c:strRef>
          </c:tx>
          <c:spPr>
            <a:solidFill>
              <a:schemeClr val="accent1"/>
            </a:solidFill>
            <a:ln>
              <a:noFill/>
            </a:ln>
            <a:effectLst/>
          </c:spPr>
          <c:invertIfNegative val="0"/>
          <c:dPt>
            <c:idx val="1"/>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1-87B8-45EE-819D-88A98225C0F2}"/>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Sheet2!$A$2:$A$3</c:f>
              <c:strCache>
                <c:ptCount val="2"/>
                <c:pt idx="0">
                  <c:v>2022-2023</c:v>
                </c:pt>
                <c:pt idx="1">
                  <c:v>2023-2024</c:v>
                </c:pt>
              </c:strCache>
            </c:strRef>
          </c:cat>
          <c:val>
            <c:numRef>
              <c:f>Sheet2!$B$2:$B$3</c:f>
              <c:numCache>
                <c:formatCode>General</c:formatCode>
                <c:ptCount val="2"/>
                <c:pt idx="0">
                  <c:v>83.77</c:v>
                </c:pt>
                <c:pt idx="1">
                  <c:v>84.26</c:v>
                </c:pt>
              </c:numCache>
            </c:numRef>
          </c:val>
          <c:extLst>
            <c:ext xmlns:c16="http://schemas.microsoft.com/office/drawing/2014/chart" uri="{C3380CC4-5D6E-409C-BE32-E72D297353CC}">
              <c16:uniqueId val="{00000000-87B8-45EE-819D-88A98225C0F2}"/>
            </c:ext>
          </c:extLst>
        </c:ser>
        <c:dLbls>
          <c:showLegendKey val="0"/>
          <c:showVal val="1"/>
          <c:showCatName val="0"/>
          <c:showSerName val="0"/>
          <c:showPercent val="0"/>
          <c:showBubbleSize val="0"/>
        </c:dLbls>
        <c:gapWidth val="150"/>
        <c:overlap val="-25"/>
        <c:axId val="1675968144"/>
        <c:axId val="571139936"/>
      </c:barChart>
      <c:catAx>
        <c:axId val="1675968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571139936"/>
        <c:crosses val="autoZero"/>
        <c:auto val="1"/>
        <c:lblAlgn val="ctr"/>
        <c:lblOffset val="100"/>
        <c:noMultiLvlLbl val="0"/>
      </c:catAx>
      <c:valAx>
        <c:axId val="571139936"/>
        <c:scaling>
          <c:orientation val="minMax"/>
        </c:scaling>
        <c:delete val="1"/>
        <c:axPos val="l"/>
        <c:numFmt formatCode="General" sourceLinked="1"/>
        <c:majorTickMark val="none"/>
        <c:minorTickMark val="none"/>
        <c:tickLblPos val="nextTo"/>
        <c:crossAx val="16759681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Sheet2!$F$1</c:f>
              <c:strCache>
                <c:ptCount val="1"/>
                <c:pt idx="0">
                  <c:v>Enrollment</c:v>
                </c:pt>
              </c:strCache>
            </c:strRef>
          </c:tx>
          <c:spPr>
            <a:solidFill>
              <a:schemeClr val="accent1"/>
            </a:solidFill>
            <a:ln>
              <a:noFill/>
            </a:ln>
            <a:effectLst/>
          </c:spPr>
          <c:invertIfNegative val="0"/>
          <c:dPt>
            <c:idx val="1"/>
            <c:invertIfNegative val="0"/>
            <c:bubble3D val="0"/>
            <c:spPr>
              <a:solidFill>
                <a:schemeClr val="accent5">
                  <a:lumMod val="60000"/>
                  <a:lumOff val="40000"/>
                </a:schemeClr>
              </a:solidFill>
              <a:ln>
                <a:noFill/>
              </a:ln>
              <a:effectLst/>
            </c:spPr>
            <c:extLst>
              <c:ext xmlns:c16="http://schemas.microsoft.com/office/drawing/2014/chart" uri="{C3380CC4-5D6E-409C-BE32-E72D297353CC}">
                <c16:uniqueId val="{00000001-2927-45A1-896F-A780CE5AF55D}"/>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Sheet2!$E$2:$E$3</c:f>
              <c:strCache>
                <c:ptCount val="2"/>
                <c:pt idx="0">
                  <c:v>2022-2023</c:v>
                </c:pt>
                <c:pt idx="1">
                  <c:v>2023-2024</c:v>
                </c:pt>
              </c:strCache>
            </c:strRef>
          </c:cat>
          <c:val>
            <c:numRef>
              <c:f>Sheet2!$F$2:$F$3</c:f>
              <c:numCache>
                <c:formatCode>General</c:formatCode>
                <c:ptCount val="2"/>
                <c:pt idx="0">
                  <c:v>1990</c:v>
                </c:pt>
                <c:pt idx="1">
                  <c:v>2020</c:v>
                </c:pt>
              </c:numCache>
            </c:numRef>
          </c:val>
          <c:extLst>
            <c:ext xmlns:c16="http://schemas.microsoft.com/office/drawing/2014/chart" uri="{C3380CC4-5D6E-409C-BE32-E72D297353CC}">
              <c16:uniqueId val="{00000000-2927-45A1-896F-A780CE5AF55D}"/>
            </c:ext>
          </c:extLst>
        </c:ser>
        <c:dLbls>
          <c:showLegendKey val="0"/>
          <c:showVal val="1"/>
          <c:showCatName val="0"/>
          <c:showSerName val="0"/>
          <c:showPercent val="0"/>
          <c:showBubbleSize val="0"/>
        </c:dLbls>
        <c:gapWidth val="150"/>
        <c:overlap val="-25"/>
        <c:axId val="502086256"/>
        <c:axId val="604509440"/>
      </c:barChart>
      <c:catAx>
        <c:axId val="502086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604509440"/>
        <c:crosses val="autoZero"/>
        <c:auto val="1"/>
        <c:lblAlgn val="ctr"/>
        <c:lblOffset val="100"/>
        <c:noMultiLvlLbl val="0"/>
      </c:catAx>
      <c:valAx>
        <c:axId val="604509440"/>
        <c:scaling>
          <c:orientation val="minMax"/>
        </c:scaling>
        <c:delete val="1"/>
        <c:axPos val="l"/>
        <c:numFmt formatCode="General" sourceLinked="1"/>
        <c:majorTickMark val="none"/>
        <c:minorTickMark val="none"/>
        <c:tickLblPos val="nextTo"/>
        <c:crossAx val="502086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7/4/26</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7/4/26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accessdl.state.al.us/AventaCourses/access_courses/spanish_i_ua_v24/01_unit/01-06/01-06_introduction.htm"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accessdl.state.al.us/AventaCourses/access_courses/spanish_i_ua_v24/01_unit/01-08/01-08_learn.htm"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00884-8F77-1A13-964E-2758A19C1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03115-C8FE-F38B-FC01-14E7E6EC51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E0318-0579-C823-1B12-48DA0AE21266}"/>
              </a:ext>
            </a:extLst>
          </p:cNvPr>
          <p:cNvSpPr>
            <a:spLocks noGrp="1"/>
          </p:cNvSpPr>
          <p:nvPr>
            <p:ph type="body" idx="1"/>
          </p:nvPr>
        </p:nvSpPr>
        <p:spPr/>
        <p:txBody>
          <a:bodyPr/>
          <a:lstStyle/>
          <a:p>
            <a:r>
              <a:rPr lang="en-US" dirty="0"/>
              <a:t>Becky</a:t>
            </a:r>
          </a:p>
        </p:txBody>
      </p:sp>
      <p:sp>
        <p:nvSpPr>
          <p:cNvPr id="4" name="Slide Number Placeholder 3">
            <a:extLst>
              <a:ext uri="{FF2B5EF4-FFF2-40B4-BE49-F238E27FC236}">
                <a16:creationId xmlns:a16="http://schemas.microsoft.com/office/drawing/2014/main" id="{7D8E2C6E-AB19-A02C-AF5B-9BC13792971B}"/>
              </a:ext>
            </a:extLst>
          </p:cNvPr>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1583165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C10A3-F0DA-C86E-44C4-8811CD388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97F94-B4DA-C190-138F-7623EC644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4538A-19C2-2935-9D64-4C861191CE7E}"/>
              </a:ext>
            </a:extLst>
          </p:cNvPr>
          <p:cNvSpPr>
            <a:spLocks noGrp="1"/>
          </p:cNvSpPr>
          <p:nvPr>
            <p:ph type="body" idx="1"/>
          </p:nvPr>
        </p:nvSpPr>
        <p:spPr/>
        <p:txBody>
          <a:bodyPr/>
          <a:lstStyle/>
          <a:p>
            <a:r>
              <a:rPr lang="en-US" dirty="0"/>
              <a:t>Becky</a:t>
            </a:r>
          </a:p>
          <a:p>
            <a:r>
              <a:rPr lang="en-US" dirty="0"/>
              <a:t>1</a:t>
            </a:r>
            <a:r>
              <a:rPr lang="en-US" baseline="30000" dirty="0"/>
              <a:t>st</a:t>
            </a:r>
            <a:r>
              <a:rPr lang="en-US" dirty="0"/>
              <a:t> section: things we knew about this course</a:t>
            </a:r>
          </a:p>
          <a:p>
            <a:r>
              <a:rPr lang="en-US" dirty="0"/>
              <a:t>Low student success rate specifically identified by ALSDE as an area to target</a:t>
            </a:r>
          </a:p>
          <a:p>
            <a:endParaRPr lang="en-US" dirty="0"/>
          </a:p>
          <a:p>
            <a:r>
              <a:rPr lang="en-US" dirty="0"/>
              <a:t>2</a:t>
            </a:r>
            <a:r>
              <a:rPr lang="en-US" baseline="30000" dirty="0"/>
              <a:t>nd</a:t>
            </a:r>
            <a:r>
              <a:rPr lang="en-US" dirty="0"/>
              <a:t> section: problems we identified</a:t>
            </a:r>
          </a:p>
          <a:p>
            <a:r>
              <a:rPr lang="en-US" dirty="0"/>
              <a:t>Second issue here probably stems from the density of the lessons – poor chunking</a:t>
            </a:r>
          </a:p>
          <a:p>
            <a:endParaRPr lang="en-US" dirty="0"/>
          </a:p>
          <a:p>
            <a:r>
              <a:rPr lang="en-US" dirty="0"/>
              <a:t>ADD Sample lesson: FLVS Spanish I 1.05 El </a:t>
            </a:r>
            <a:r>
              <a:rPr lang="en-US" dirty="0" err="1"/>
              <a:t>Alfabeto</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unclear what vocabulary was being emphasized; students could not easily identify key points or action items</a:t>
            </a:r>
          </a:p>
          <a:p>
            <a:endParaRPr lang="en-US" dirty="0"/>
          </a:p>
        </p:txBody>
      </p:sp>
      <p:sp>
        <p:nvSpPr>
          <p:cNvPr id="4" name="Slide Number Placeholder 3">
            <a:extLst>
              <a:ext uri="{FF2B5EF4-FFF2-40B4-BE49-F238E27FC236}">
                <a16:creationId xmlns:a16="http://schemas.microsoft.com/office/drawing/2014/main" id="{80EC87EA-7C66-EF7E-73F9-CDB6435821BD}"/>
              </a:ext>
            </a:extLst>
          </p:cNvPr>
          <p:cNvSpPr>
            <a:spLocks noGrp="1"/>
          </p:cNvSpPr>
          <p:nvPr>
            <p:ph type="sldNum" sz="quarter" idx="5"/>
          </p:nvPr>
        </p:nvSpPr>
        <p:spPr/>
        <p:txBody>
          <a:bodyPr/>
          <a:lstStyle/>
          <a:p>
            <a:fld id="{10895658-EA1F-4910-80AB-4DA76E167475}" type="slidenum">
              <a:rPr lang="en-US" smtClean="0"/>
              <a:t>2</a:t>
            </a:fld>
            <a:endParaRPr lang="en-US" dirty="0"/>
          </a:p>
        </p:txBody>
      </p:sp>
    </p:spTree>
    <p:extLst>
      <p:ext uri="{BB962C8B-B14F-4D97-AF65-F5344CB8AC3E}">
        <p14:creationId xmlns:p14="http://schemas.microsoft.com/office/powerpoint/2010/main" val="4063043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233AC-42F0-A6EA-E2D0-075746398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23866-033E-0D36-0344-2BD4C33EF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B44DC0-435E-6E3A-D914-3C7AE3CE4EB4}"/>
              </a:ext>
            </a:extLst>
          </p:cNvPr>
          <p:cNvSpPr>
            <a:spLocks noGrp="1"/>
          </p:cNvSpPr>
          <p:nvPr>
            <p:ph type="body" idx="1"/>
          </p:nvPr>
        </p:nvSpPr>
        <p:spPr/>
        <p:txBody>
          <a:bodyPr/>
          <a:lstStyle/>
          <a:p>
            <a:r>
              <a:rPr lang="en-US" dirty="0"/>
              <a:t>Becky</a:t>
            </a:r>
          </a:p>
          <a:p>
            <a:r>
              <a:rPr lang="en-US" dirty="0"/>
              <a:t>Notes guides are not submitted or graded, but test questions are drawn from them, so those who complete them are better prepared for assessments. </a:t>
            </a:r>
          </a:p>
          <a:p>
            <a:r>
              <a:rPr lang="en-US" dirty="0"/>
              <a:t>ACTFL = professional group for language educators</a:t>
            </a:r>
          </a:p>
          <a:p>
            <a:r>
              <a:rPr lang="en-US" dirty="0"/>
              <a:t>Multimedia principle = people learn better from words AND graphics together than they do from either alone. We know this is particularly effective for novice-level learners. But we also know that it’s ONLY effective when the media is directly related to the instructional goal. Decorative images don’t improve learning. So we wanted to be strategic and use multimedia where it would have the most impact, such as applying grammatical concepts to everyday situations.</a:t>
            </a:r>
          </a:p>
          <a:p>
            <a:endParaRPr lang="en-US" dirty="0"/>
          </a:p>
          <a:p>
            <a:r>
              <a:rPr lang="en-US" dirty="0"/>
              <a:t>Example: 5.07 Comparisons video</a:t>
            </a:r>
          </a:p>
        </p:txBody>
      </p:sp>
      <p:sp>
        <p:nvSpPr>
          <p:cNvPr id="4" name="Slide Number Placeholder 3">
            <a:extLst>
              <a:ext uri="{FF2B5EF4-FFF2-40B4-BE49-F238E27FC236}">
                <a16:creationId xmlns:a16="http://schemas.microsoft.com/office/drawing/2014/main" id="{5C4CD3FD-C466-42ED-FCF1-A63DE0EC2E58}"/>
              </a:ext>
            </a:extLst>
          </p:cNvPr>
          <p:cNvSpPr>
            <a:spLocks noGrp="1"/>
          </p:cNvSpPr>
          <p:nvPr>
            <p:ph type="sldNum" sz="quarter" idx="5"/>
          </p:nvPr>
        </p:nvSpPr>
        <p:spPr/>
        <p:txBody>
          <a:bodyPr/>
          <a:lstStyle/>
          <a:p>
            <a:fld id="{10895658-EA1F-4910-80AB-4DA76E167475}" type="slidenum">
              <a:rPr lang="en-US" smtClean="0"/>
              <a:t>3</a:t>
            </a:fld>
            <a:endParaRPr lang="en-US" dirty="0"/>
          </a:p>
        </p:txBody>
      </p:sp>
    </p:spTree>
    <p:extLst>
      <p:ext uri="{BB962C8B-B14F-4D97-AF65-F5344CB8AC3E}">
        <p14:creationId xmlns:p14="http://schemas.microsoft.com/office/powerpoint/2010/main" val="803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EE0B-4C41-19BF-8441-DCF007993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E7A91-7092-7CD2-412B-B306AFE951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75021-EB43-53FA-9203-EB70F94BFC7C}"/>
              </a:ext>
            </a:extLst>
          </p:cNvPr>
          <p:cNvSpPr>
            <a:spLocks noGrp="1"/>
          </p:cNvSpPr>
          <p:nvPr>
            <p:ph type="body" idx="1"/>
          </p:nvPr>
        </p:nvSpPr>
        <p:spPr/>
        <p:txBody>
          <a:bodyPr/>
          <a:lstStyle/>
          <a:p>
            <a:r>
              <a:rPr lang="en-US" dirty="0"/>
              <a:t>Clear </a:t>
            </a:r>
            <a:r>
              <a:rPr lang="en-US" dirty="0">
                <a:solidFill>
                  <a:schemeClr val="accent4">
                    <a:lumMod val="20000"/>
                    <a:lumOff val="80000"/>
                  </a:schemeClr>
                </a:solidFill>
                <a:hlinkClick r:id="rId3">
                  <a:extLst>
                    <a:ext uri="{A12FA001-AC4F-418D-AE19-62706E023703}">
                      <ahyp:hlinkClr xmlns:ahyp="http://schemas.microsoft.com/office/drawing/2018/hyperlinkcolor" val="tx"/>
                    </a:ext>
                  </a:extLst>
                </a:hlinkClick>
              </a:rPr>
              <a:t>objectives</a:t>
            </a:r>
            <a:endParaRPr lang="en-US" dirty="0">
              <a:solidFill>
                <a:schemeClr val="accent4">
                  <a:lumMod val="20000"/>
                  <a:lumOff val="80000"/>
                </a:schemeClr>
              </a:solidFill>
            </a:endParaRPr>
          </a:p>
          <a:p>
            <a:r>
              <a:rPr lang="en-US" dirty="0"/>
              <a:t>Easy navigation</a:t>
            </a:r>
          </a:p>
          <a:p>
            <a:r>
              <a:rPr lang="en-US" dirty="0"/>
              <a:t>Different chunking</a:t>
            </a:r>
          </a:p>
          <a:p>
            <a:r>
              <a:rPr lang="en-US" dirty="0"/>
              <a:t>Less scrolling</a:t>
            </a:r>
          </a:p>
          <a:p>
            <a:r>
              <a:rPr lang="en-US" dirty="0"/>
              <a:t>Less text-heavy</a:t>
            </a:r>
          </a:p>
          <a:p>
            <a:r>
              <a:rPr lang="en-US" dirty="0"/>
              <a:t>Notes Guides and Vocabulary list </a:t>
            </a:r>
            <a:r>
              <a:rPr lang="en-US" dirty="0">
                <a:solidFill>
                  <a:schemeClr val="accent4">
                    <a:lumMod val="20000"/>
                    <a:lumOff val="80000"/>
                  </a:schemeClr>
                </a:solidFill>
                <a:hlinkClick r:id="rId4">
                  <a:extLst>
                    <a:ext uri="{A12FA001-AC4F-418D-AE19-62706E023703}">
                      <ahyp:hlinkClr xmlns:ahyp="http://schemas.microsoft.com/office/drawing/2018/hyperlinkcolor" val="tx"/>
                    </a:ext>
                  </a:extLst>
                </a:hlinkClick>
              </a:rPr>
              <a:t>downloads</a:t>
            </a:r>
            <a:r>
              <a:rPr lang="en-US" dirty="0"/>
              <a:t> by lesson</a:t>
            </a:r>
          </a:p>
          <a:p>
            <a:endParaRPr lang="en-US" dirty="0"/>
          </a:p>
          <a:p>
            <a:endParaRPr lang="en-US" dirty="0"/>
          </a:p>
          <a:p>
            <a:r>
              <a:rPr lang="en-US" dirty="0"/>
              <a:t>Becky</a:t>
            </a:r>
          </a:p>
          <a:p>
            <a:r>
              <a:rPr lang="en-US" dirty="0"/>
              <a:t>Link on OBJECTIVES:</a:t>
            </a:r>
          </a:p>
          <a:p>
            <a:r>
              <a:rPr lang="en-US" dirty="0"/>
              <a:t>Quick tour of 1.06 El </a:t>
            </a:r>
            <a:r>
              <a:rPr lang="en-US" dirty="0" err="1"/>
              <a:t>Alfabeto</a:t>
            </a:r>
            <a:r>
              <a:rPr lang="en-US" dirty="0"/>
              <a:t>: this lesson has the same content as the vendor lesson I showed you earlier. That lesson had 6 full HTML pages and no player menu to help signpost where you are in the lesson. The new version has 3 HTML pages, no scrolling, and uses slides with a player menu to chunk the information and help students stay oriented. In the previous version, you only experienced the alphabet through the interactive. In this version, you still get the audio pronunciation guide through the videos, but you also get a graphic showing the entire alphabet and downloadable documents for reference.</a:t>
            </a:r>
          </a:p>
          <a:p>
            <a:endParaRPr lang="en-US" dirty="0"/>
          </a:p>
          <a:p>
            <a:r>
              <a:rPr lang="en-US" dirty="0"/>
              <a:t>Link on DOWNLOADS:</a:t>
            </a:r>
          </a:p>
          <a:p>
            <a:r>
              <a:rPr lang="en-US" dirty="0"/>
              <a:t>Quick tour of 1.08 ¿</a:t>
            </a:r>
            <a:r>
              <a:rPr lang="en-US" dirty="0" err="1"/>
              <a:t>Qué</a:t>
            </a:r>
            <a:r>
              <a:rPr lang="en-US" dirty="0"/>
              <a:t> </a:t>
            </a:r>
            <a:r>
              <a:rPr lang="en-US" dirty="0" err="1"/>
              <a:t>tiempo</a:t>
            </a:r>
            <a:r>
              <a:rPr lang="en-US" dirty="0"/>
              <a:t> </a:t>
            </a:r>
            <a:r>
              <a:rPr lang="en-US" dirty="0" err="1"/>
              <a:t>hace</a:t>
            </a:r>
            <a:r>
              <a:rPr lang="en-US" dirty="0"/>
              <a:t>?: Vocabulary downloadable on Video 1 slide; Notes Guide on </a:t>
            </a:r>
            <a:r>
              <a:rPr lang="en-US" dirty="0" err="1"/>
              <a:t>Hace</a:t>
            </a:r>
            <a:r>
              <a:rPr lang="en-US" dirty="0"/>
              <a:t> slide. These are not submitted or graded, but they give students a way to engage with the content in addition to the on-screen interactives, and notes to return to for reference.</a:t>
            </a:r>
          </a:p>
        </p:txBody>
      </p:sp>
      <p:sp>
        <p:nvSpPr>
          <p:cNvPr id="4" name="Slide Number Placeholder 3">
            <a:extLst>
              <a:ext uri="{FF2B5EF4-FFF2-40B4-BE49-F238E27FC236}">
                <a16:creationId xmlns:a16="http://schemas.microsoft.com/office/drawing/2014/main" id="{45A400BC-CBB4-27AE-4B04-1BD616F6CFB7}"/>
              </a:ext>
            </a:extLst>
          </p:cNvPr>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2531786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B91C-F780-FDED-B7FB-002917E6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A2E1-34F4-6DB7-BCCC-CD78C4EC3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EBAC0-9537-FEDD-3D87-1C57D633C5C1}"/>
              </a:ext>
            </a:extLst>
          </p:cNvPr>
          <p:cNvSpPr>
            <a:spLocks noGrp="1"/>
          </p:cNvSpPr>
          <p:nvPr>
            <p:ph type="body" idx="1"/>
          </p:nvPr>
        </p:nvSpPr>
        <p:spPr/>
        <p:txBody>
          <a:bodyPr/>
          <a:lstStyle/>
          <a:p>
            <a:r>
              <a:rPr lang="en-US" dirty="0"/>
              <a:t>Becky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student surveys from fall block schedule have been very encouraging. I’d like to show you a few charts comparing the student survey responses to the old course on the left with responses to the new course on the right.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ask students to rate how strongly they agree or disagree with a series of statements. In these charts, green is good and blue is bad. The statement here is “I knew what I was expected to do and learn.” We have a big jump here in the number of students who strongly agree with this statement.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a:extLst>
              <a:ext uri="{FF2B5EF4-FFF2-40B4-BE49-F238E27FC236}">
                <a16:creationId xmlns:a16="http://schemas.microsoft.com/office/drawing/2014/main" id="{693022CE-93A5-03E0-C3D5-444E67E28A64}"/>
              </a:ext>
            </a:extLst>
          </p:cNvPr>
          <p:cNvSpPr>
            <a:spLocks noGrp="1"/>
          </p:cNvSpPr>
          <p:nvPr>
            <p:ph type="sldNum" sz="quarter" idx="5"/>
          </p:nvPr>
        </p:nvSpPr>
        <p:spPr/>
        <p:txBody>
          <a:bodyPr/>
          <a:lstStyle/>
          <a:p>
            <a:fld id="{10895658-EA1F-4910-80AB-4DA76E167475}" type="slidenum">
              <a:rPr lang="en-US" smtClean="0"/>
              <a:t>6</a:t>
            </a:fld>
            <a:endParaRPr lang="en-US" dirty="0"/>
          </a:p>
        </p:txBody>
      </p:sp>
    </p:spTree>
    <p:extLst>
      <p:ext uri="{BB962C8B-B14F-4D97-AF65-F5344CB8AC3E}">
        <p14:creationId xmlns:p14="http://schemas.microsoft.com/office/powerpoint/2010/main" val="1455340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B91C-F780-FDED-B7FB-002917E6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A2E1-34F4-6DB7-BCCC-CD78C4EC3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EBAC0-9537-FEDD-3D87-1C57D633C5C1}"/>
              </a:ext>
            </a:extLst>
          </p:cNvPr>
          <p:cNvSpPr>
            <a:spLocks noGrp="1"/>
          </p:cNvSpPr>
          <p:nvPr>
            <p:ph type="body" idx="1"/>
          </p:nvPr>
        </p:nvSpPr>
        <p:spPr/>
        <p:txBody>
          <a:bodyPr/>
          <a:lstStyle/>
          <a:p>
            <a:r>
              <a:rPr lang="en-US" dirty="0"/>
              <a:t>Becky</a:t>
            </a:r>
          </a:p>
          <a:p>
            <a:r>
              <a:rPr lang="en-US" dirty="0"/>
              <a:t>Materials – SA grew by 16 points</a:t>
            </a:r>
          </a:p>
        </p:txBody>
      </p:sp>
      <p:sp>
        <p:nvSpPr>
          <p:cNvPr id="4" name="Slide Number Placeholder 3">
            <a:extLst>
              <a:ext uri="{FF2B5EF4-FFF2-40B4-BE49-F238E27FC236}">
                <a16:creationId xmlns:a16="http://schemas.microsoft.com/office/drawing/2014/main" id="{693022CE-93A5-03E0-C3D5-444E67E28A64}"/>
              </a:ext>
            </a:extLst>
          </p:cNvPr>
          <p:cNvSpPr>
            <a:spLocks noGrp="1"/>
          </p:cNvSpPr>
          <p:nvPr>
            <p:ph type="sldNum" sz="quarter" idx="5"/>
          </p:nvPr>
        </p:nvSpPr>
        <p:spPr/>
        <p:txBody>
          <a:bodyPr/>
          <a:lstStyle/>
          <a:p>
            <a:fld id="{10895658-EA1F-4910-80AB-4DA76E167475}" type="slidenum">
              <a:rPr lang="en-US" smtClean="0"/>
              <a:t>7</a:t>
            </a:fld>
            <a:endParaRPr lang="en-US" dirty="0"/>
          </a:p>
        </p:txBody>
      </p:sp>
    </p:spTree>
    <p:extLst>
      <p:ext uri="{BB962C8B-B14F-4D97-AF65-F5344CB8AC3E}">
        <p14:creationId xmlns:p14="http://schemas.microsoft.com/office/powerpoint/2010/main" val="4187263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B91C-F780-FDED-B7FB-002917E6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A2E1-34F4-6DB7-BCCC-CD78C4EC3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EBAC0-9537-FEDD-3D87-1C57D633C5C1}"/>
              </a:ext>
            </a:extLst>
          </p:cNvPr>
          <p:cNvSpPr>
            <a:spLocks noGrp="1"/>
          </p:cNvSpPr>
          <p:nvPr>
            <p:ph type="body" idx="1"/>
          </p:nvPr>
        </p:nvSpPr>
        <p:spPr/>
        <p:txBody>
          <a:bodyPr/>
          <a:lstStyle/>
          <a:p>
            <a:r>
              <a:rPr lang="en-US" dirty="0"/>
              <a:t>Becky</a:t>
            </a:r>
          </a:p>
          <a:p>
            <a:r>
              <a:rPr lang="en-US" dirty="0"/>
              <a:t>Fair tests – more “agree” responses</a:t>
            </a:r>
          </a:p>
        </p:txBody>
      </p:sp>
      <p:sp>
        <p:nvSpPr>
          <p:cNvPr id="4" name="Slide Number Placeholder 3">
            <a:extLst>
              <a:ext uri="{FF2B5EF4-FFF2-40B4-BE49-F238E27FC236}">
                <a16:creationId xmlns:a16="http://schemas.microsoft.com/office/drawing/2014/main" id="{693022CE-93A5-03E0-C3D5-444E67E28A64}"/>
              </a:ext>
            </a:extLst>
          </p:cNvPr>
          <p:cNvSpPr>
            <a:spLocks noGrp="1"/>
          </p:cNvSpPr>
          <p:nvPr>
            <p:ph type="sldNum" sz="quarter" idx="5"/>
          </p:nvPr>
        </p:nvSpPr>
        <p:spPr/>
        <p:txBody>
          <a:bodyPr/>
          <a:lstStyle/>
          <a:p>
            <a:fld id="{10895658-EA1F-4910-80AB-4DA76E167475}" type="slidenum">
              <a:rPr lang="en-US" smtClean="0"/>
              <a:t>8</a:t>
            </a:fld>
            <a:endParaRPr lang="en-US" dirty="0"/>
          </a:p>
        </p:txBody>
      </p:sp>
    </p:spTree>
    <p:extLst>
      <p:ext uri="{BB962C8B-B14F-4D97-AF65-F5344CB8AC3E}">
        <p14:creationId xmlns:p14="http://schemas.microsoft.com/office/powerpoint/2010/main" val="3997928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B91C-F780-FDED-B7FB-002917E6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A2E1-34F4-6DB7-BCCC-CD78C4EC3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EBAC0-9537-FEDD-3D87-1C57D633C5C1}"/>
              </a:ext>
            </a:extLst>
          </p:cNvPr>
          <p:cNvSpPr>
            <a:spLocks noGrp="1"/>
          </p:cNvSpPr>
          <p:nvPr>
            <p:ph type="body" idx="1"/>
          </p:nvPr>
        </p:nvSpPr>
        <p:spPr/>
        <p:txBody>
          <a:bodyPr/>
          <a:lstStyle/>
          <a:p>
            <a:r>
              <a:rPr lang="en-US" dirty="0"/>
              <a:t>Becky</a:t>
            </a:r>
          </a:p>
          <a:p>
            <a:r>
              <a:rPr lang="en-US" dirty="0"/>
              <a:t>Learned a great deal – strongly agree up by 11 points, disagree/strongly disagree down by 3</a:t>
            </a:r>
          </a:p>
        </p:txBody>
      </p:sp>
      <p:sp>
        <p:nvSpPr>
          <p:cNvPr id="4" name="Slide Number Placeholder 3">
            <a:extLst>
              <a:ext uri="{FF2B5EF4-FFF2-40B4-BE49-F238E27FC236}">
                <a16:creationId xmlns:a16="http://schemas.microsoft.com/office/drawing/2014/main" id="{693022CE-93A5-03E0-C3D5-444E67E28A64}"/>
              </a:ext>
            </a:extLst>
          </p:cNvPr>
          <p:cNvSpPr>
            <a:spLocks noGrp="1"/>
          </p:cNvSpPr>
          <p:nvPr>
            <p:ph type="sldNum" sz="quarter" idx="5"/>
          </p:nvPr>
        </p:nvSpPr>
        <p:spPr/>
        <p:txBody>
          <a:bodyPr/>
          <a:lstStyle/>
          <a:p>
            <a:fld id="{10895658-EA1F-4910-80AB-4DA76E167475}" type="slidenum">
              <a:rPr lang="en-US" smtClean="0"/>
              <a:t>9</a:t>
            </a:fld>
            <a:endParaRPr lang="en-US" dirty="0"/>
          </a:p>
        </p:txBody>
      </p:sp>
    </p:spTree>
    <p:extLst>
      <p:ext uri="{BB962C8B-B14F-4D97-AF65-F5344CB8AC3E}">
        <p14:creationId xmlns:p14="http://schemas.microsoft.com/office/powerpoint/2010/main" val="4135366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B91C-F780-FDED-B7FB-002917E63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DA2E1-34F4-6DB7-BCCC-CD78C4EC3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EBAC0-9537-FEDD-3D87-1C57D633C5C1}"/>
              </a:ext>
            </a:extLst>
          </p:cNvPr>
          <p:cNvSpPr>
            <a:spLocks noGrp="1"/>
          </p:cNvSpPr>
          <p:nvPr>
            <p:ph type="body" idx="1"/>
          </p:nvPr>
        </p:nvSpPr>
        <p:spPr/>
        <p:txBody>
          <a:bodyPr/>
          <a:lstStyle/>
          <a:p>
            <a:r>
              <a:rPr lang="en-US" dirty="0"/>
              <a:t>Becky</a:t>
            </a:r>
          </a:p>
          <a:p>
            <a:endParaRPr lang="en-US" dirty="0"/>
          </a:p>
          <a:p>
            <a:r>
              <a:rPr lang="en-US" dirty="0"/>
              <a:t>Finally – the statement here is “I enjoyed taking this course” –  the blue section (disagree, strongly disagree) section has shrunk by 14 points. The green section (agree, strongly agree) has grown by 7 points, with almost half of respondents now strongly agreeing that they enjoyed the course. We don’t typically see big jumps like these.</a:t>
            </a:r>
          </a:p>
        </p:txBody>
      </p:sp>
      <p:sp>
        <p:nvSpPr>
          <p:cNvPr id="4" name="Slide Number Placeholder 3">
            <a:extLst>
              <a:ext uri="{FF2B5EF4-FFF2-40B4-BE49-F238E27FC236}">
                <a16:creationId xmlns:a16="http://schemas.microsoft.com/office/drawing/2014/main" id="{693022CE-93A5-03E0-C3D5-444E67E28A64}"/>
              </a:ext>
            </a:extLst>
          </p:cNvPr>
          <p:cNvSpPr>
            <a:spLocks noGrp="1"/>
          </p:cNvSpPr>
          <p:nvPr>
            <p:ph type="sldNum" sz="quarter" idx="5"/>
          </p:nvPr>
        </p:nvSpPr>
        <p:spPr/>
        <p:txBody>
          <a:bodyPr/>
          <a:lstStyle/>
          <a:p>
            <a:fld id="{10895658-EA1F-4910-80AB-4DA76E167475}" type="slidenum">
              <a:rPr lang="en-US" smtClean="0"/>
              <a:t>10</a:t>
            </a:fld>
            <a:endParaRPr lang="en-US" dirty="0"/>
          </a:p>
        </p:txBody>
      </p:sp>
    </p:spTree>
    <p:extLst>
      <p:ext uri="{BB962C8B-B14F-4D97-AF65-F5344CB8AC3E}">
        <p14:creationId xmlns:p14="http://schemas.microsoft.com/office/powerpoint/2010/main" val="6195064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sv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1380227" y="898524"/>
            <a:ext cx="10034546" cy="2029967"/>
          </a:xfrm>
        </p:spPr>
        <p:txBody>
          <a:bodyPr anchor="t" anchorCtr="0"/>
          <a:lstStyle>
            <a:lvl1pPr>
              <a:defRPr cap="all" baseline="0">
                <a:solidFill>
                  <a:schemeClr val="tx2"/>
                </a:solidFill>
              </a:defRPr>
            </a:lvl1pPr>
          </a:lstStyle>
          <a:p>
            <a:r>
              <a:rPr lang="en-US" dirty="0"/>
              <a:t>CLICK TO ADD TITLE</a:t>
            </a:r>
          </a:p>
        </p:txBody>
      </p:sp>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1380227" y="3259138"/>
            <a:ext cx="10039000"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1410042" y="6356350"/>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5254500" y="6355032"/>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5400000">
              <a:off x="-457200" y="5380762"/>
              <a:ext cx="1828800" cy="914400"/>
            </a:xfrm>
            <a:prstGeom prst="rect">
              <a:avLst/>
            </a:prstGeom>
          </p:spPr>
        </p:pic>
      </p:grpSp>
    </p:spTree>
    <p:custDataLst>
      <p:tags r:id="rId1"/>
    </p:custDataLst>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notesSlide" Target="../notesSlides/notesSlide2.xml"/><Relationship Id="rId7" Type="http://schemas.openxmlformats.org/officeDocument/2006/relationships/image" Target="../media/image17.svg"/><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16.png"/><Relationship Id="rId5" Type="http://schemas.openxmlformats.org/officeDocument/2006/relationships/hyperlink" Target="https://lti.flvsgl.com/tool.php?id=10678&amp;launch=module01/lesson05/01_05_01.htm" TargetMode="External"/><Relationship Id="rId10" Type="http://schemas.openxmlformats.org/officeDocument/2006/relationships/image" Target="../media/image20.svg"/><Relationship Id="rId4" Type="http://schemas.openxmlformats.org/officeDocument/2006/relationships/image" Target="../media/image15.svg"/><Relationship Id="rId9" Type="http://schemas.openxmlformats.org/officeDocument/2006/relationships/image" Target="../media/image19.sv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5.xml"/><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xml"/><Relationship Id="rId7" Type="http://schemas.openxmlformats.org/officeDocument/2006/relationships/hyperlink" Target="https://accessdl.state.al.us/AventaCourses/access_courses/spanish_i_ua_v24/05_unit/05-07/05-07_learn.htm" TargetMode="External"/><Relationship Id="rId2" Type="http://schemas.openxmlformats.org/officeDocument/2006/relationships/slideLayout" Target="../slideLayouts/slideLayout9.xml"/><Relationship Id="rId1" Type="http://schemas.openxmlformats.org/officeDocument/2006/relationships/tags" Target="../tags/tag6.xml"/><Relationship Id="rId6" Type="http://schemas.openxmlformats.org/officeDocument/2006/relationships/image" Target="../media/image22.png"/><Relationship Id="rId5" Type="http://schemas.openxmlformats.org/officeDocument/2006/relationships/hyperlink" Target="https://accessdl.state.al.us/AventaCourses/access_courses/spanish_i_ua_v24/01_unit/01-08/01-08_learn.htm" TargetMode="External"/><Relationship Id="rId4" Type="http://schemas.openxmlformats.org/officeDocument/2006/relationships/hyperlink" Target="https://accessdl.state.al.us/AventaCourses/access_courses/spanish_i_ua_v24/01_unit/01-06/01-06_introduction.htm" TargetMode="External"/><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12.xml"/><Relationship Id="rId1" Type="http://schemas.openxmlformats.org/officeDocument/2006/relationships/tags" Target="../tags/tag7.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9.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10.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11.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1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10.xml"/><Relationship Id="rId1" Type="http://schemas.openxmlformats.org/officeDocument/2006/relationships/tags" Target="../tags/tag13.xml"/><Relationship Id="rId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4346-CA2C-C26F-AD9E-D4C17D6CA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6C705-EEB2-AE19-6EDC-C1D6D64D9B2E}"/>
              </a:ext>
            </a:extLst>
          </p:cNvPr>
          <p:cNvSpPr>
            <a:spLocks noGrp="1"/>
          </p:cNvSpPr>
          <p:nvPr>
            <p:ph type="ctrTitle"/>
          </p:nvPr>
        </p:nvSpPr>
        <p:spPr>
          <a:xfrm>
            <a:off x="4974771" y="576943"/>
            <a:ext cx="6449786" cy="2785508"/>
          </a:xfrm>
        </p:spPr>
        <p:txBody>
          <a:bodyPr>
            <a:normAutofit/>
          </a:bodyPr>
          <a:lstStyle/>
          <a:p>
            <a:r>
              <a:rPr lang="en-US" dirty="0"/>
              <a:t>Spanish I</a:t>
            </a:r>
          </a:p>
        </p:txBody>
      </p:sp>
      <p:sp>
        <p:nvSpPr>
          <p:cNvPr id="3" name="Subtitle 2">
            <a:extLst>
              <a:ext uri="{FF2B5EF4-FFF2-40B4-BE49-F238E27FC236}">
                <a16:creationId xmlns:a16="http://schemas.microsoft.com/office/drawing/2014/main" id="{513869A9-623C-C504-E2DA-CC917673BB94}"/>
              </a:ext>
            </a:extLst>
          </p:cNvPr>
          <p:cNvSpPr>
            <a:spLocks noGrp="1"/>
          </p:cNvSpPr>
          <p:nvPr>
            <p:ph type="subTitle" idx="1"/>
          </p:nvPr>
        </p:nvSpPr>
        <p:spPr>
          <a:xfrm>
            <a:off x="4974772" y="3373686"/>
            <a:ext cx="6449785" cy="1029586"/>
          </a:xfrm>
        </p:spPr>
        <p:txBody>
          <a:bodyPr/>
          <a:lstStyle/>
          <a:p>
            <a:r>
              <a:rPr lang="en-US" dirty="0"/>
              <a:t>Rebekah Simpson</a:t>
            </a:r>
          </a:p>
          <a:p>
            <a:endParaRPr lang="en-US" dirty="0"/>
          </a:p>
        </p:txBody>
      </p:sp>
      <p:sp>
        <p:nvSpPr>
          <p:cNvPr id="4" name="Slide Number Placeholder 3">
            <a:extLst>
              <a:ext uri="{FF2B5EF4-FFF2-40B4-BE49-F238E27FC236}">
                <a16:creationId xmlns:a16="http://schemas.microsoft.com/office/drawing/2014/main" id="{C5923570-3226-D204-A49D-6181E399499F}"/>
              </a:ext>
            </a:extLst>
          </p:cNvPr>
          <p:cNvSpPr>
            <a:spLocks noGrp="1"/>
          </p:cNvSpPr>
          <p:nvPr>
            <p:ph type="sldNum" sz="quarter" idx="12"/>
          </p:nvPr>
        </p:nvSpPr>
        <p:spPr/>
        <p:txBody>
          <a:bodyPr/>
          <a:lstStyle/>
          <a:p>
            <a:fld id="{B5CEABB6-07DC-46E8-9B57-56EC44A396E5}" type="slidenum">
              <a:rPr lang="en-US" smtClean="0"/>
              <a:pPr/>
              <a:t>1</a:t>
            </a:fld>
            <a:endParaRPr lang="en-US" dirty="0"/>
          </a:p>
        </p:txBody>
      </p:sp>
    </p:spTree>
    <p:custDataLst>
      <p:tags r:id="rId1"/>
    </p:custDataLst>
    <p:extLst>
      <p:ext uri="{BB962C8B-B14F-4D97-AF65-F5344CB8AC3E}">
        <p14:creationId xmlns:p14="http://schemas.microsoft.com/office/powerpoint/2010/main" val="3728499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35DED-A218-B8DE-161B-11BBB550F1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283AF3-41F6-3752-C13B-EFF8E98617D0}"/>
              </a:ext>
            </a:extLst>
          </p:cNvPr>
          <p:cNvSpPr>
            <a:spLocks noGrp="1"/>
          </p:cNvSpPr>
          <p:nvPr>
            <p:ph type="title"/>
          </p:nvPr>
        </p:nvSpPr>
        <p:spPr>
          <a:xfrm>
            <a:off x="771736" y="896112"/>
            <a:ext cx="9389288" cy="1362456"/>
          </a:xfrm>
        </p:spPr>
        <p:txBody>
          <a:bodyPr/>
          <a:lstStyle/>
          <a:p>
            <a:r>
              <a:rPr lang="en-US" dirty="0"/>
              <a:t>Before</a:t>
            </a:r>
          </a:p>
        </p:txBody>
      </p:sp>
      <p:sp>
        <p:nvSpPr>
          <p:cNvPr id="6" name="Content Placeholder 5">
            <a:extLst>
              <a:ext uri="{FF2B5EF4-FFF2-40B4-BE49-F238E27FC236}">
                <a16:creationId xmlns:a16="http://schemas.microsoft.com/office/drawing/2014/main" id="{BCF55A39-2402-E404-D44B-A02A02D68C1B}"/>
              </a:ext>
            </a:extLst>
          </p:cNvPr>
          <p:cNvSpPr>
            <a:spLocks noGrp="1"/>
          </p:cNvSpPr>
          <p:nvPr>
            <p:ph sz="half" idx="14"/>
          </p:nvPr>
        </p:nvSpPr>
        <p:spPr>
          <a:xfrm>
            <a:off x="1196621" y="1756762"/>
            <a:ext cx="3992685" cy="4599588"/>
          </a:xfrm>
        </p:spPr>
        <p:txBody>
          <a:bodyPr vert="horz" lIns="91440" tIns="45720" rIns="91440" bIns="45720" rtlCol="0" anchor="t">
            <a:normAutofit/>
          </a:bodyPr>
          <a:lstStyle/>
          <a:p>
            <a:pPr>
              <a:lnSpc>
                <a:spcPct val="114000"/>
              </a:lnSpc>
            </a:pPr>
            <a:r>
              <a:rPr lang="en-US" sz="2800" dirty="0"/>
              <a:t>Didn’t like the course</a:t>
            </a:r>
          </a:p>
          <a:p>
            <a:pPr>
              <a:lnSpc>
                <a:spcPct val="114000"/>
              </a:lnSpc>
            </a:pPr>
            <a:r>
              <a:rPr lang="en-US" sz="2800" dirty="0"/>
              <a:t>Low student success rate</a:t>
            </a:r>
          </a:p>
          <a:p>
            <a:pPr>
              <a:lnSpc>
                <a:spcPct val="114000"/>
              </a:lnSpc>
            </a:pPr>
            <a:r>
              <a:rPr lang="en-US" sz="2800" dirty="0"/>
              <a:t>Dense, text-heavy lessons</a:t>
            </a:r>
          </a:p>
          <a:p>
            <a:pPr>
              <a:lnSpc>
                <a:spcPct val="114000"/>
              </a:lnSpc>
            </a:pPr>
            <a:r>
              <a:rPr lang="en-US" sz="2800" dirty="0"/>
              <a:t>Teacher complaints</a:t>
            </a:r>
          </a:p>
        </p:txBody>
      </p:sp>
      <p:pic>
        <p:nvPicPr>
          <p:cNvPr id="5" name="Content Placeholder 4" descr="Rating 1 Star with solid fill">
            <a:extLst>
              <a:ext uri="{FF2B5EF4-FFF2-40B4-BE49-F238E27FC236}">
                <a16:creationId xmlns:a16="http://schemas.microsoft.com/office/drawing/2014/main" id="{95FF2A72-3667-E061-3665-B38D466E22CC}"/>
              </a:ext>
            </a:extLst>
          </p:cNvPr>
          <p:cNvPicPr>
            <a:picLocks noGrp="1" noChangeAspect="1"/>
          </p:cNvPicPr>
          <p:nvPr>
            <p:ph sz="half" idx="15"/>
          </p:nvPr>
        </p:nvPicPr>
        <p:blipFill>
          <a:blip>
            <a:extLst>
              <a:ext uri="{96DAC541-7B7A-43D3-8B79-37D633B846F1}">
                <asvg:svgBlip xmlns:asvg="http://schemas.microsoft.com/office/drawing/2016/SVG/main" r:embed="rId4"/>
              </a:ext>
            </a:extLst>
          </a:blip>
          <a:stretch>
            <a:fillRect/>
          </a:stretch>
        </p:blipFill>
        <p:spPr>
          <a:xfrm>
            <a:off x="533258" y="1713545"/>
            <a:ext cx="613693" cy="613693"/>
          </a:xfrm>
        </p:spPr>
      </p:pic>
      <p:sp>
        <p:nvSpPr>
          <p:cNvPr id="7" name="Slide Number Placeholder 6">
            <a:extLst>
              <a:ext uri="{FF2B5EF4-FFF2-40B4-BE49-F238E27FC236}">
                <a16:creationId xmlns:a16="http://schemas.microsoft.com/office/drawing/2014/main" id="{027F213A-DFFA-A32B-F42B-220949163B17}"/>
              </a:ext>
            </a:extLst>
          </p:cNvPr>
          <p:cNvSpPr>
            <a:spLocks noGrp="1"/>
          </p:cNvSpPr>
          <p:nvPr>
            <p:ph type="sldNum" sz="quarter" idx="12"/>
          </p:nvPr>
        </p:nvSpPr>
        <p:spPr/>
        <p:txBody>
          <a:bodyPr/>
          <a:lstStyle/>
          <a:p>
            <a:fld id="{B5CEABB6-07DC-46E8-9B57-56EC44A396E5}" type="slidenum">
              <a:rPr lang="en-US" smtClean="0"/>
              <a:pPr/>
              <a:t>2</a:t>
            </a:fld>
            <a:endParaRPr lang="en-US" dirty="0"/>
          </a:p>
        </p:txBody>
      </p:sp>
      <p:pic>
        <p:nvPicPr>
          <p:cNvPr id="3" name="Picture 2">
            <a:hlinkClick r:id="rId5"/>
            <a:extLst>
              <a:ext uri="{FF2B5EF4-FFF2-40B4-BE49-F238E27FC236}">
                <a16:creationId xmlns:a16="http://schemas.microsoft.com/office/drawing/2014/main" id="{93D44D0D-A513-CF1F-D80D-B468B469F94B}"/>
              </a:ext>
            </a:extLst>
          </p:cNvPr>
          <p:cNvPicPr>
            <a:picLocks noChangeAspect="1"/>
          </p:cNvPicPr>
          <p:nvPr/>
        </p:nvPicPr>
        <p:blipFill>
          <a:blip r:embed="rId6"/>
          <a:stretch>
            <a:fillRect/>
          </a:stretch>
        </p:blipFill>
        <p:spPr>
          <a:xfrm>
            <a:off x="5341784" y="1756762"/>
            <a:ext cx="6010111" cy="3877099"/>
          </a:xfrm>
          <a:prstGeom prst="rect">
            <a:avLst/>
          </a:prstGeom>
        </p:spPr>
      </p:pic>
      <p:grpSp>
        <p:nvGrpSpPr>
          <p:cNvPr id="8" name="Group 7">
            <a:extLst>
              <a:ext uri="{FF2B5EF4-FFF2-40B4-BE49-F238E27FC236}">
                <a16:creationId xmlns:a16="http://schemas.microsoft.com/office/drawing/2014/main" id="{4D6CC0C9-7D86-2170-B4D1-24EEBA4C5AE1}"/>
              </a:ext>
            </a:extLst>
          </p:cNvPr>
          <p:cNvGrpSpPr/>
          <p:nvPr/>
        </p:nvGrpSpPr>
        <p:grpSpPr>
          <a:xfrm>
            <a:off x="533258" y="2534071"/>
            <a:ext cx="613693" cy="613693"/>
            <a:chOff x="282221" y="2437990"/>
            <a:chExt cx="914400" cy="914400"/>
          </a:xfrm>
        </p:grpSpPr>
        <p:pic>
          <p:nvPicPr>
            <p:cNvPr id="10" name="Graphic 9" descr="Paper with solid fill">
              <a:extLst>
                <a:ext uri="{FF2B5EF4-FFF2-40B4-BE49-F238E27FC236}">
                  <a16:creationId xmlns:a16="http://schemas.microsoft.com/office/drawing/2014/main" id="{7271DE3A-D7F0-BE3B-6036-FB33C599716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2221" y="2437990"/>
              <a:ext cx="914400" cy="914400"/>
            </a:xfrm>
            <a:prstGeom prst="rect">
              <a:avLst/>
            </a:prstGeom>
          </p:spPr>
        </p:pic>
        <p:sp>
          <p:nvSpPr>
            <p:cNvPr id="11" name="TextBox 10">
              <a:extLst>
                <a:ext uri="{FF2B5EF4-FFF2-40B4-BE49-F238E27FC236}">
                  <a16:creationId xmlns:a16="http://schemas.microsoft.com/office/drawing/2014/main" id="{506772F6-2EA9-BDE2-0A1A-EA9A89AE1F56}"/>
                </a:ext>
              </a:extLst>
            </p:cNvPr>
            <p:cNvSpPr txBox="1"/>
            <p:nvPr/>
          </p:nvSpPr>
          <p:spPr>
            <a:xfrm>
              <a:off x="422704" y="2581226"/>
              <a:ext cx="485421" cy="461665"/>
            </a:xfrm>
            <a:prstGeom prst="rect">
              <a:avLst/>
            </a:prstGeom>
            <a:noFill/>
          </p:spPr>
          <p:txBody>
            <a:bodyPr wrap="square" rtlCol="0">
              <a:spAutoFit/>
            </a:bodyPr>
            <a:lstStyle/>
            <a:p>
              <a:r>
                <a:rPr lang="en-US" sz="2400" b="1" dirty="0">
                  <a:solidFill>
                    <a:schemeClr val="accent2"/>
                  </a:solidFill>
                  <a:latin typeface="Caveat" panose="00000500000000000000" pitchFamily="2" charset="0"/>
                </a:rPr>
                <a:t>F</a:t>
              </a:r>
            </a:p>
          </p:txBody>
        </p:sp>
      </p:grpSp>
      <p:pic>
        <p:nvPicPr>
          <p:cNvPr id="13" name="Graphic 12" descr="Books with solid fill">
            <a:extLst>
              <a:ext uri="{FF2B5EF4-FFF2-40B4-BE49-F238E27FC236}">
                <a16:creationId xmlns:a16="http://schemas.microsoft.com/office/drawing/2014/main" id="{656C0D1D-DD14-B59D-7050-9E369B1D5F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3588" y="3599356"/>
            <a:ext cx="613693" cy="613693"/>
          </a:xfrm>
          <a:prstGeom prst="rect">
            <a:avLst/>
          </a:prstGeom>
        </p:spPr>
      </p:pic>
      <p:pic>
        <p:nvPicPr>
          <p:cNvPr id="15" name="Graphic 14" descr="Worried face with solid fill with solid fill">
            <a:extLst>
              <a:ext uri="{FF2B5EF4-FFF2-40B4-BE49-F238E27FC236}">
                <a16:creationId xmlns:a16="http://schemas.microsoft.com/office/drawing/2014/main" id="{DB163EE4-B91D-D519-3423-7A2C24629F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4889" y="4664641"/>
            <a:ext cx="613694" cy="613694"/>
          </a:xfrm>
          <a:prstGeom prst="rect">
            <a:avLst/>
          </a:prstGeom>
        </p:spPr>
      </p:pic>
      <p:pic>
        <p:nvPicPr>
          <p:cNvPr id="2" name="Graphic 1" descr="Disconnected with solid fill">
            <a:extLst>
              <a:ext uri="{FF2B5EF4-FFF2-40B4-BE49-F238E27FC236}">
                <a16:creationId xmlns:a16="http://schemas.microsoft.com/office/drawing/2014/main" id="{E5D23B05-865F-B711-9FD3-BDA9ED052F4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287662" y="2065707"/>
            <a:ext cx="613693" cy="613693"/>
          </a:xfrm>
          <a:prstGeom prst="rect">
            <a:avLst/>
          </a:prstGeom>
        </p:spPr>
      </p:pic>
    </p:spTree>
    <p:custDataLst>
      <p:tags r:id="rId1"/>
    </p:custDataLst>
    <p:extLst>
      <p:ext uri="{BB962C8B-B14F-4D97-AF65-F5344CB8AC3E}">
        <p14:creationId xmlns:p14="http://schemas.microsoft.com/office/powerpoint/2010/main" val="3260406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3AAFE-985A-AD44-3362-1CF219EF6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B7BD9-6FF9-C072-81D0-7F61A01C7AAF}"/>
              </a:ext>
            </a:extLst>
          </p:cNvPr>
          <p:cNvSpPr>
            <a:spLocks noGrp="1"/>
          </p:cNvSpPr>
          <p:nvPr>
            <p:ph type="title"/>
          </p:nvPr>
        </p:nvSpPr>
        <p:spPr>
          <a:xfrm>
            <a:off x="3520440" y="896111"/>
            <a:ext cx="7889768" cy="2039341"/>
          </a:xfrm>
        </p:spPr>
        <p:txBody>
          <a:bodyPr/>
          <a:lstStyle/>
          <a:p>
            <a:r>
              <a:rPr lang="en-US" dirty="0"/>
              <a:t>Our Plan</a:t>
            </a:r>
          </a:p>
        </p:txBody>
      </p:sp>
      <p:sp>
        <p:nvSpPr>
          <p:cNvPr id="12" name="Text Placeholder 11">
            <a:extLst>
              <a:ext uri="{FF2B5EF4-FFF2-40B4-BE49-F238E27FC236}">
                <a16:creationId xmlns:a16="http://schemas.microsoft.com/office/drawing/2014/main" id="{1B51AF6E-C43E-0439-D82F-EF91631D7598}"/>
              </a:ext>
            </a:extLst>
          </p:cNvPr>
          <p:cNvSpPr>
            <a:spLocks noGrp="1"/>
          </p:cNvSpPr>
          <p:nvPr>
            <p:ph sz="half" idx="14"/>
          </p:nvPr>
        </p:nvSpPr>
        <p:spPr>
          <a:xfrm>
            <a:off x="3520440" y="1915781"/>
            <a:ext cx="8061960" cy="4214086"/>
          </a:xfrm>
        </p:spPr>
        <p:txBody>
          <a:bodyPr>
            <a:normAutofit/>
          </a:bodyPr>
          <a:lstStyle/>
          <a:p>
            <a:pPr>
              <a:lnSpc>
                <a:spcPct val="114000"/>
              </a:lnSpc>
            </a:pPr>
            <a:r>
              <a:rPr lang="en-US" sz="2800" dirty="0"/>
              <a:t>Improve scaffolding </a:t>
            </a:r>
          </a:p>
          <a:p>
            <a:pPr>
              <a:lnSpc>
                <a:spcPct val="114000"/>
              </a:lnSpc>
            </a:pPr>
            <a:r>
              <a:rPr lang="en-US" sz="2800" dirty="0"/>
              <a:t>Segment content and align with ACTFL guidelines </a:t>
            </a:r>
          </a:p>
          <a:p>
            <a:pPr>
              <a:lnSpc>
                <a:spcPct val="114000"/>
              </a:lnSpc>
            </a:pPr>
            <a:r>
              <a:rPr lang="en-US" sz="2800" dirty="0"/>
              <a:t>Create authentic multimedia models</a:t>
            </a:r>
          </a:p>
        </p:txBody>
      </p:sp>
      <p:sp>
        <p:nvSpPr>
          <p:cNvPr id="14" name="Slide Number Placeholder 13">
            <a:extLst>
              <a:ext uri="{FF2B5EF4-FFF2-40B4-BE49-F238E27FC236}">
                <a16:creationId xmlns:a16="http://schemas.microsoft.com/office/drawing/2014/main" id="{0C807736-B27A-A527-C8B2-661335A0E044}"/>
              </a:ext>
            </a:extLst>
          </p:cNvPr>
          <p:cNvSpPr>
            <a:spLocks noGrp="1"/>
          </p:cNvSpPr>
          <p:nvPr>
            <p:ph type="sldNum" sz="quarter" idx="12"/>
          </p:nvPr>
        </p:nvSpPr>
        <p:spPr/>
        <p:txBody>
          <a:bodyPr/>
          <a:lstStyle/>
          <a:p>
            <a:fld id="{B5CEABB6-07DC-46E8-9B57-56EC44A396E5}" type="slidenum">
              <a:rPr lang="en-US" smtClean="0"/>
              <a:pPr/>
              <a:t>3</a:t>
            </a:fld>
            <a:endParaRPr lang="en-US" dirty="0"/>
          </a:p>
        </p:txBody>
      </p:sp>
      <p:pic>
        <p:nvPicPr>
          <p:cNvPr id="4" name="Picture 3">
            <a:extLst>
              <a:ext uri="{FF2B5EF4-FFF2-40B4-BE49-F238E27FC236}">
                <a16:creationId xmlns:a16="http://schemas.microsoft.com/office/drawing/2014/main" id="{3A9CA1CF-011E-571E-74A6-6BAA0E1E26A1}"/>
              </a:ext>
            </a:extLst>
          </p:cNvPr>
          <p:cNvPicPr>
            <a:picLocks noChangeAspect="1"/>
          </p:cNvPicPr>
          <p:nvPr/>
        </p:nvPicPr>
        <p:blipFill>
          <a:blip r:embed="rId4"/>
          <a:stretch>
            <a:fillRect/>
          </a:stretch>
        </p:blipFill>
        <p:spPr>
          <a:xfrm>
            <a:off x="13322808" y="3204964"/>
            <a:ext cx="5326126" cy="3015456"/>
          </a:xfrm>
          <a:prstGeom prst="rect">
            <a:avLst/>
          </a:prstGeom>
        </p:spPr>
      </p:pic>
    </p:spTree>
    <p:custDataLst>
      <p:tags r:id="rId1"/>
    </p:custDataLst>
    <p:extLst>
      <p:ext uri="{BB962C8B-B14F-4D97-AF65-F5344CB8AC3E}">
        <p14:creationId xmlns:p14="http://schemas.microsoft.com/office/powerpoint/2010/main" val="377628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757B-1461-39DD-4281-7B7C3B868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F00E9-F2D4-99F7-94D1-A0325303E9E6}"/>
              </a:ext>
            </a:extLst>
          </p:cNvPr>
          <p:cNvSpPr>
            <a:spLocks noGrp="1"/>
          </p:cNvSpPr>
          <p:nvPr>
            <p:ph type="title"/>
          </p:nvPr>
        </p:nvSpPr>
        <p:spPr>
          <a:xfrm>
            <a:off x="1233941" y="696874"/>
            <a:ext cx="7606895" cy="2029967"/>
          </a:xfrm>
        </p:spPr>
        <p:txBody>
          <a:bodyPr/>
          <a:lstStyle/>
          <a:p>
            <a:r>
              <a:rPr lang="en-US" dirty="0"/>
              <a:t>After</a:t>
            </a:r>
          </a:p>
        </p:txBody>
      </p:sp>
      <p:sp>
        <p:nvSpPr>
          <p:cNvPr id="30" name="Slide Number Placeholder 29">
            <a:extLst>
              <a:ext uri="{FF2B5EF4-FFF2-40B4-BE49-F238E27FC236}">
                <a16:creationId xmlns:a16="http://schemas.microsoft.com/office/drawing/2014/main" id="{80BA03B7-6651-4D52-C10D-4AB69F16762E}"/>
              </a:ext>
            </a:extLst>
          </p:cNvPr>
          <p:cNvSpPr>
            <a:spLocks noGrp="1"/>
          </p:cNvSpPr>
          <p:nvPr>
            <p:ph type="sldNum" sz="quarter" idx="12"/>
          </p:nvPr>
        </p:nvSpPr>
        <p:spPr/>
        <p:txBody>
          <a:bodyPr/>
          <a:lstStyle/>
          <a:p>
            <a:fld id="{B5CEABB6-07DC-46E8-9B57-56EC44A396E5}" type="slidenum">
              <a:rPr lang="en-US" smtClean="0"/>
              <a:pPr/>
              <a:t>4</a:t>
            </a:fld>
            <a:endParaRPr lang="en-US" dirty="0"/>
          </a:p>
        </p:txBody>
      </p:sp>
      <p:sp>
        <p:nvSpPr>
          <p:cNvPr id="4" name="Content Placeholder 3">
            <a:extLst>
              <a:ext uri="{FF2B5EF4-FFF2-40B4-BE49-F238E27FC236}">
                <a16:creationId xmlns:a16="http://schemas.microsoft.com/office/drawing/2014/main" id="{D21C9532-A59E-6C42-6795-C6DBDBD313AE}"/>
              </a:ext>
            </a:extLst>
          </p:cNvPr>
          <p:cNvSpPr>
            <a:spLocks noGrp="1"/>
          </p:cNvSpPr>
          <p:nvPr>
            <p:ph sz="half" idx="16"/>
          </p:nvPr>
        </p:nvSpPr>
        <p:spPr>
          <a:xfrm>
            <a:off x="14788042" y="1805121"/>
            <a:ext cx="2029967" cy="4319278"/>
          </a:xfrm>
        </p:spPr>
        <p:txBody>
          <a:bodyPr>
            <a:normAutofit fontScale="92500"/>
          </a:bodyPr>
          <a:lstStyle/>
          <a:p>
            <a:r>
              <a:rPr lang="en-US" dirty="0"/>
              <a:t>Clear </a:t>
            </a:r>
            <a:r>
              <a:rPr lang="en-US" dirty="0">
                <a:solidFill>
                  <a:schemeClr val="accent4">
                    <a:lumMod val="20000"/>
                    <a:lumOff val="80000"/>
                  </a:schemeClr>
                </a:solidFill>
                <a:hlinkClick r:id="rId4">
                  <a:extLst>
                    <a:ext uri="{A12FA001-AC4F-418D-AE19-62706E023703}">
                      <ahyp:hlinkClr xmlns:ahyp="http://schemas.microsoft.com/office/drawing/2018/hyperlinkcolor" val="tx"/>
                    </a:ext>
                  </a:extLst>
                </a:hlinkClick>
              </a:rPr>
              <a:t>objectives</a:t>
            </a:r>
            <a:endParaRPr lang="en-US" dirty="0">
              <a:solidFill>
                <a:schemeClr val="accent4">
                  <a:lumMod val="20000"/>
                  <a:lumOff val="80000"/>
                </a:schemeClr>
              </a:solidFill>
            </a:endParaRPr>
          </a:p>
          <a:p>
            <a:r>
              <a:rPr lang="en-US" dirty="0"/>
              <a:t>Easy navigation</a:t>
            </a:r>
          </a:p>
          <a:p>
            <a:r>
              <a:rPr lang="en-US" dirty="0"/>
              <a:t>Different chunking</a:t>
            </a:r>
          </a:p>
          <a:p>
            <a:r>
              <a:rPr lang="en-US" dirty="0"/>
              <a:t>Less scrolling</a:t>
            </a:r>
          </a:p>
          <a:p>
            <a:r>
              <a:rPr lang="en-US" dirty="0"/>
              <a:t>Less text-heavy</a:t>
            </a:r>
          </a:p>
          <a:p>
            <a:r>
              <a:rPr lang="en-US" dirty="0"/>
              <a:t>Notes Guides and Vocabulary list </a:t>
            </a:r>
            <a:r>
              <a:rPr lang="en-US" dirty="0">
                <a:solidFill>
                  <a:schemeClr val="accent4">
                    <a:lumMod val="20000"/>
                    <a:lumOff val="80000"/>
                  </a:schemeClr>
                </a:solidFill>
                <a:hlinkClick r:id="rId5">
                  <a:extLst>
                    <a:ext uri="{A12FA001-AC4F-418D-AE19-62706E023703}">
                      <ahyp:hlinkClr xmlns:ahyp="http://schemas.microsoft.com/office/drawing/2018/hyperlinkcolor" val="tx"/>
                    </a:ext>
                  </a:extLst>
                </a:hlinkClick>
              </a:rPr>
              <a:t>downloads</a:t>
            </a:r>
            <a:r>
              <a:rPr lang="en-US" dirty="0"/>
              <a:t> by lesson</a:t>
            </a:r>
          </a:p>
        </p:txBody>
      </p:sp>
      <p:pic>
        <p:nvPicPr>
          <p:cNvPr id="6" name="Picture 5">
            <a:hlinkClick r:id="rId4"/>
            <a:extLst>
              <a:ext uri="{FF2B5EF4-FFF2-40B4-BE49-F238E27FC236}">
                <a16:creationId xmlns:a16="http://schemas.microsoft.com/office/drawing/2014/main" id="{B12FB85B-83D8-E87B-41FA-03EA1AAF87E4}"/>
              </a:ext>
            </a:extLst>
          </p:cNvPr>
          <p:cNvPicPr>
            <a:picLocks noChangeAspect="1"/>
          </p:cNvPicPr>
          <p:nvPr/>
        </p:nvPicPr>
        <p:blipFill>
          <a:blip r:embed="rId6"/>
          <a:stretch>
            <a:fillRect/>
          </a:stretch>
        </p:blipFill>
        <p:spPr>
          <a:xfrm>
            <a:off x="1176741" y="1598970"/>
            <a:ext cx="4603170" cy="3443947"/>
          </a:xfrm>
          <a:prstGeom prst="rect">
            <a:avLst/>
          </a:prstGeom>
        </p:spPr>
      </p:pic>
      <p:pic>
        <p:nvPicPr>
          <p:cNvPr id="3" name="Picture 2">
            <a:hlinkClick r:id="rId7"/>
            <a:extLst>
              <a:ext uri="{FF2B5EF4-FFF2-40B4-BE49-F238E27FC236}">
                <a16:creationId xmlns:a16="http://schemas.microsoft.com/office/drawing/2014/main" id="{E9920649-B8A1-5B42-B666-5BE3DABCAD4D}"/>
              </a:ext>
            </a:extLst>
          </p:cNvPr>
          <p:cNvPicPr>
            <a:picLocks noChangeAspect="1"/>
          </p:cNvPicPr>
          <p:nvPr/>
        </p:nvPicPr>
        <p:blipFill>
          <a:blip r:embed="rId8"/>
          <a:stretch>
            <a:fillRect/>
          </a:stretch>
        </p:blipFill>
        <p:spPr>
          <a:xfrm>
            <a:off x="5901492" y="153777"/>
            <a:ext cx="6197600" cy="3508853"/>
          </a:xfrm>
          <a:prstGeom prst="rect">
            <a:avLst/>
          </a:prstGeom>
        </p:spPr>
      </p:pic>
      <p:pic>
        <p:nvPicPr>
          <p:cNvPr id="7" name="Picture 6">
            <a:hlinkClick r:id="rId5"/>
            <a:extLst>
              <a:ext uri="{FF2B5EF4-FFF2-40B4-BE49-F238E27FC236}">
                <a16:creationId xmlns:a16="http://schemas.microsoft.com/office/drawing/2014/main" id="{FE5A1859-19F3-D870-E2F1-642082F96EC3}"/>
              </a:ext>
            </a:extLst>
          </p:cNvPr>
          <p:cNvPicPr>
            <a:picLocks noChangeAspect="1"/>
          </p:cNvPicPr>
          <p:nvPr/>
        </p:nvPicPr>
        <p:blipFill>
          <a:blip r:embed="rId9"/>
          <a:stretch>
            <a:fillRect/>
          </a:stretch>
        </p:blipFill>
        <p:spPr>
          <a:xfrm>
            <a:off x="5196228" y="3320943"/>
            <a:ext cx="5904088" cy="3316808"/>
          </a:xfrm>
          <a:prstGeom prst="rect">
            <a:avLst/>
          </a:prstGeom>
        </p:spPr>
      </p:pic>
    </p:spTree>
    <p:custDataLst>
      <p:tags r:id="rId1"/>
    </p:custDataLst>
    <p:extLst>
      <p:ext uri="{BB962C8B-B14F-4D97-AF65-F5344CB8AC3E}">
        <p14:creationId xmlns:p14="http://schemas.microsoft.com/office/powerpoint/2010/main" val="21770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41529632-2DF6-8CD9-128A-ECEC23018823}"/>
              </a:ext>
            </a:extLst>
          </p:cNvPr>
          <p:cNvGraphicFramePr>
            <a:graphicFrameLocks/>
          </p:cNvGraphicFramePr>
          <p:nvPr>
            <p:extLst>
              <p:ext uri="{D42A27DB-BD31-4B8C-83A1-F6EECF244321}">
                <p14:modId xmlns:p14="http://schemas.microsoft.com/office/powerpoint/2010/main" val="4089267097"/>
              </p:ext>
            </p:extLst>
          </p:nvPr>
        </p:nvGraphicFramePr>
        <p:xfrm>
          <a:off x="290512" y="295275"/>
          <a:ext cx="11610976" cy="6267450"/>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E1F2E304-CCFC-4DE5-1277-4C973C744D8F}"/>
              </a:ext>
            </a:extLst>
          </p:cNvPr>
          <p:cNvSpPr>
            <a:spLocks noGrp="1"/>
          </p:cNvSpPr>
          <p:nvPr>
            <p:ph type="sldNum" sz="quarter" idx="12"/>
          </p:nvPr>
        </p:nvSpPr>
        <p:spPr/>
        <p:txBody>
          <a:bodyPr/>
          <a:lstStyle/>
          <a:p>
            <a:fld id="{B5CEABB6-07DC-46E8-9B57-56EC44A396E5}" type="slidenum">
              <a:rPr lang="en-US" smtClean="0"/>
              <a:pPr/>
              <a:t>5</a:t>
            </a:fld>
            <a:endParaRPr lang="en-US" dirty="0"/>
          </a:p>
        </p:txBody>
      </p:sp>
      <p:pic>
        <p:nvPicPr>
          <p:cNvPr id="1026" name="Picture 2">
            <a:extLst>
              <a:ext uri="{FF2B5EF4-FFF2-40B4-BE49-F238E27FC236}">
                <a16:creationId xmlns:a16="http://schemas.microsoft.com/office/drawing/2014/main" id="{7B1E8B36-B965-58CA-5227-BEC3B2A572FD}"/>
              </a:ext>
            </a:extLst>
          </p:cNvPr>
          <p:cNvPicPr>
            <a:picLocks noGrp="1" noChangeAspect="1" noChangeArrowheads="1"/>
          </p:cNvPicPr>
          <p:nvPr>
            <p:ph type="tbl" sz="quarter" idx="13"/>
          </p:nvPr>
        </p:nvPicPr>
        <p:blipFill>
          <a:blip r:embed="rId4">
            <a:extLst>
              <a:ext uri="{28A0092B-C50C-407E-A947-70E740481C1C}">
                <a14:useLocalDpi xmlns:a14="http://schemas.microsoft.com/office/drawing/2010/main" val="0"/>
              </a:ext>
            </a:extLst>
          </a:blip>
          <a:srcRect/>
          <a:stretch>
            <a:fillRect/>
          </a:stretch>
        </p:blipFill>
        <p:spPr bwMode="auto">
          <a:xfrm>
            <a:off x="2094706" y="3699669"/>
            <a:ext cx="8001000" cy="11144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black background with a black square&#10;&#10;Description automatically generated with medium confidence">
            <a:extLst>
              <a:ext uri="{FF2B5EF4-FFF2-40B4-BE49-F238E27FC236}">
                <a16:creationId xmlns:a16="http://schemas.microsoft.com/office/drawing/2014/main" id="{CC8A5FBE-B37A-97E7-43FC-352713A1340D}"/>
              </a:ext>
            </a:extLst>
          </p:cNvPr>
          <p:cNvPicPr>
            <a:picLocks noChangeAspect="1"/>
          </p:cNvPicPr>
          <p:nvPr/>
        </p:nvPicPr>
        <p:blipFill>
          <a:blip r:embed="rId4"/>
          <a:stretch>
            <a:fillRect/>
          </a:stretch>
        </p:blipFill>
        <p:spPr>
          <a:xfrm>
            <a:off x="2095500" y="2871787"/>
            <a:ext cx="8001000" cy="1114425"/>
          </a:xfrm>
          <a:prstGeom prst="rect">
            <a:avLst/>
          </a:prstGeom>
        </p:spPr>
      </p:pic>
    </p:spTree>
    <p:custDataLst>
      <p:tags r:id="rId1"/>
    </p:custDataLst>
    <p:extLst>
      <p:ext uri="{BB962C8B-B14F-4D97-AF65-F5344CB8AC3E}">
        <p14:creationId xmlns:p14="http://schemas.microsoft.com/office/powerpoint/2010/main" val="107438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3811-7812-1066-B6BC-31B186FEB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70CF6-444F-2A83-FD2C-413A9366D790}"/>
              </a:ext>
            </a:extLst>
          </p:cNvPr>
          <p:cNvSpPr>
            <a:spLocks noGrp="1"/>
          </p:cNvSpPr>
          <p:nvPr>
            <p:ph type="title"/>
          </p:nvPr>
        </p:nvSpPr>
        <p:spPr/>
        <p:txBody>
          <a:bodyPr/>
          <a:lstStyle/>
          <a:p>
            <a:r>
              <a:rPr lang="en-US" dirty="0"/>
              <a:t>Results - Expectations</a:t>
            </a:r>
          </a:p>
        </p:txBody>
      </p:sp>
      <p:sp>
        <p:nvSpPr>
          <p:cNvPr id="5" name="Slide Number Placeholder 4">
            <a:extLst>
              <a:ext uri="{FF2B5EF4-FFF2-40B4-BE49-F238E27FC236}">
                <a16:creationId xmlns:a16="http://schemas.microsoft.com/office/drawing/2014/main" id="{AAC58826-10C3-0659-6EF0-F3791DF966E3}"/>
              </a:ext>
            </a:extLst>
          </p:cNvPr>
          <p:cNvSpPr>
            <a:spLocks noGrp="1"/>
          </p:cNvSpPr>
          <p:nvPr>
            <p:ph type="sldNum" sz="quarter" idx="12"/>
          </p:nvPr>
        </p:nvSpPr>
        <p:spPr/>
        <p:txBody>
          <a:bodyPr/>
          <a:lstStyle/>
          <a:p>
            <a:fld id="{B5CEABB6-07DC-46E8-9B57-56EC44A396E5}" type="slidenum">
              <a:rPr lang="en-US" smtClean="0"/>
              <a:pPr/>
              <a:t>6</a:t>
            </a:fld>
            <a:endParaRPr lang="en-US" dirty="0"/>
          </a:p>
        </p:txBody>
      </p:sp>
      <p:sp>
        <p:nvSpPr>
          <p:cNvPr id="7" name="Text Placeholder 6">
            <a:extLst>
              <a:ext uri="{FF2B5EF4-FFF2-40B4-BE49-F238E27FC236}">
                <a16:creationId xmlns:a16="http://schemas.microsoft.com/office/drawing/2014/main" id="{DD8D9D14-8A72-5821-2FA7-56DCEC2A3C4B}"/>
              </a:ext>
            </a:extLst>
          </p:cNvPr>
          <p:cNvSpPr>
            <a:spLocks noGrp="1"/>
          </p:cNvSpPr>
          <p:nvPr>
            <p:ph type="body" sz="quarter" idx="13"/>
          </p:nvPr>
        </p:nvSpPr>
        <p:spPr/>
        <p:txBody>
          <a:bodyPr/>
          <a:lstStyle/>
          <a:p>
            <a:endParaRPr lang="en-US"/>
          </a:p>
        </p:txBody>
      </p:sp>
      <p:sp>
        <p:nvSpPr>
          <p:cNvPr id="9" name="Table Placeholder 8">
            <a:extLst>
              <a:ext uri="{FF2B5EF4-FFF2-40B4-BE49-F238E27FC236}">
                <a16:creationId xmlns:a16="http://schemas.microsoft.com/office/drawing/2014/main" id="{C1EB5C5F-65F0-8B0B-65D3-7CFD4189E332}"/>
              </a:ext>
            </a:extLst>
          </p:cNvPr>
          <p:cNvSpPr>
            <a:spLocks noGrp="1"/>
          </p:cNvSpPr>
          <p:nvPr>
            <p:ph type="tbl" sz="quarter" idx="14"/>
          </p:nvPr>
        </p:nvSpPr>
        <p:spPr/>
        <p:txBody>
          <a:bodyPr/>
          <a:lstStyle/>
          <a:p>
            <a:endParaRPr lang="en-US"/>
          </a:p>
        </p:txBody>
      </p:sp>
      <p:pic>
        <p:nvPicPr>
          <p:cNvPr id="11" name="Picture 10" descr="A pie chart with numbers and text&#10;&#10;Description automatically generated">
            <a:extLst>
              <a:ext uri="{FF2B5EF4-FFF2-40B4-BE49-F238E27FC236}">
                <a16:creationId xmlns:a16="http://schemas.microsoft.com/office/drawing/2014/main" id="{5AF5DA6C-1800-8907-8FCA-48DADFFF2D07}"/>
              </a:ext>
            </a:extLst>
          </p:cNvPr>
          <p:cNvPicPr>
            <a:picLocks noChangeAspect="1"/>
          </p:cNvPicPr>
          <p:nvPr/>
        </p:nvPicPr>
        <p:blipFill>
          <a:blip r:embed="rId4"/>
          <a:stretch>
            <a:fillRect/>
          </a:stretch>
        </p:blipFill>
        <p:spPr>
          <a:xfrm>
            <a:off x="20572" y="1708731"/>
            <a:ext cx="12171428" cy="4647619"/>
          </a:xfrm>
          <a:prstGeom prst="rect">
            <a:avLst/>
          </a:prstGeom>
        </p:spPr>
      </p:pic>
      <p:sp>
        <p:nvSpPr>
          <p:cNvPr id="3" name="Rectangle 2">
            <a:extLst>
              <a:ext uri="{FF2B5EF4-FFF2-40B4-BE49-F238E27FC236}">
                <a16:creationId xmlns:a16="http://schemas.microsoft.com/office/drawing/2014/main" id="{5C59352B-57AC-6978-22BC-671BECBB83DF}"/>
              </a:ext>
            </a:extLst>
          </p:cNvPr>
          <p:cNvSpPr/>
          <p:nvPr/>
        </p:nvSpPr>
        <p:spPr>
          <a:xfrm>
            <a:off x="5599289" y="1708730"/>
            <a:ext cx="666044" cy="4647619"/>
          </a:xfrm>
          <a:prstGeom prst="rect">
            <a:avLst/>
          </a:prstGeom>
          <a:solidFill>
            <a:schemeClr val="tx2"/>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664618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3811-7812-1066-B6BC-31B186FEB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70CF6-444F-2A83-FD2C-413A9366D790}"/>
              </a:ext>
            </a:extLst>
          </p:cNvPr>
          <p:cNvSpPr>
            <a:spLocks noGrp="1"/>
          </p:cNvSpPr>
          <p:nvPr>
            <p:ph type="title"/>
          </p:nvPr>
        </p:nvSpPr>
        <p:spPr/>
        <p:txBody>
          <a:bodyPr/>
          <a:lstStyle/>
          <a:p>
            <a:r>
              <a:rPr lang="en-US" dirty="0"/>
              <a:t>Results - Materials</a:t>
            </a:r>
          </a:p>
        </p:txBody>
      </p:sp>
      <p:sp>
        <p:nvSpPr>
          <p:cNvPr id="5" name="Slide Number Placeholder 4">
            <a:extLst>
              <a:ext uri="{FF2B5EF4-FFF2-40B4-BE49-F238E27FC236}">
                <a16:creationId xmlns:a16="http://schemas.microsoft.com/office/drawing/2014/main" id="{AAC58826-10C3-0659-6EF0-F3791DF966E3}"/>
              </a:ext>
            </a:extLst>
          </p:cNvPr>
          <p:cNvSpPr>
            <a:spLocks noGrp="1"/>
          </p:cNvSpPr>
          <p:nvPr>
            <p:ph type="sldNum" sz="quarter" idx="12"/>
          </p:nvPr>
        </p:nvSpPr>
        <p:spPr/>
        <p:txBody>
          <a:bodyPr/>
          <a:lstStyle/>
          <a:p>
            <a:fld id="{B5CEABB6-07DC-46E8-9B57-56EC44A396E5}" type="slidenum">
              <a:rPr lang="en-US" smtClean="0"/>
              <a:pPr/>
              <a:t>7</a:t>
            </a:fld>
            <a:endParaRPr lang="en-US" dirty="0"/>
          </a:p>
        </p:txBody>
      </p:sp>
      <p:sp>
        <p:nvSpPr>
          <p:cNvPr id="7" name="Text Placeholder 6">
            <a:extLst>
              <a:ext uri="{FF2B5EF4-FFF2-40B4-BE49-F238E27FC236}">
                <a16:creationId xmlns:a16="http://schemas.microsoft.com/office/drawing/2014/main" id="{BEA962D9-51DD-6465-C6AD-4266F40E97D6}"/>
              </a:ext>
            </a:extLst>
          </p:cNvPr>
          <p:cNvSpPr>
            <a:spLocks noGrp="1"/>
          </p:cNvSpPr>
          <p:nvPr>
            <p:ph type="body" sz="quarter" idx="13"/>
          </p:nvPr>
        </p:nvSpPr>
        <p:spPr/>
        <p:txBody>
          <a:bodyPr/>
          <a:lstStyle/>
          <a:p>
            <a:endParaRPr lang="en-US"/>
          </a:p>
        </p:txBody>
      </p:sp>
      <p:sp>
        <p:nvSpPr>
          <p:cNvPr id="9" name="Table Placeholder 8">
            <a:extLst>
              <a:ext uri="{FF2B5EF4-FFF2-40B4-BE49-F238E27FC236}">
                <a16:creationId xmlns:a16="http://schemas.microsoft.com/office/drawing/2014/main" id="{222476A1-2CFB-2493-F276-B9C2E9440B3F}"/>
              </a:ext>
            </a:extLst>
          </p:cNvPr>
          <p:cNvSpPr>
            <a:spLocks noGrp="1"/>
          </p:cNvSpPr>
          <p:nvPr>
            <p:ph type="tbl" sz="quarter" idx="14"/>
          </p:nvPr>
        </p:nvSpPr>
        <p:spPr/>
        <p:txBody>
          <a:bodyPr/>
          <a:lstStyle/>
          <a:p>
            <a:endParaRPr lang="en-US"/>
          </a:p>
        </p:txBody>
      </p:sp>
      <p:pic>
        <p:nvPicPr>
          <p:cNvPr id="11" name="Picture 10" descr="A pie chart with numbers and text&#10;&#10;Description automatically generated">
            <a:extLst>
              <a:ext uri="{FF2B5EF4-FFF2-40B4-BE49-F238E27FC236}">
                <a16:creationId xmlns:a16="http://schemas.microsoft.com/office/drawing/2014/main" id="{97DC9B56-97BD-61DB-B4B4-1E6289C8D178}"/>
              </a:ext>
            </a:extLst>
          </p:cNvPr>
          <p:cNvPicPr>
            <a:picLocks noChangeAspect="1"/>
          </p:cNvPicPr>
          <p:nvPr/>
        </p:nvPicPr>
        <p:blipFill>
          <a:blip r:embed="rId4"/>
          <a:stretch>
            <a:fillRect/>
          </a:stretch>
        </p:blipFill>
        <p:spPr>
          <a:xfrm>
            <a:off x="0" y="1675154"/>
            <a:ext cx="12192000" cy="4681196"/>
          </a:xfrm>
          <a:prstGeom prst="rect">
            <a:avLst/>
          </a:prstGeom>
        </p:spPr>
      </p:pic>
      <p:sp>
        <p:nvSpPr>
          <p:cNvPr id="4" name="Rectangle 3">
            <a:extLst>
              <a:ext uri="{FF2B5EF4-FFF2-40B4-BE49-F238E27FC236}">
                <a16:creationId xmlns:a16="http://schemas.microsoft.com/office/drawing/2014/main" id="{56F0F850-DAB9-8AF9-2180-37E90F7CB2B0}"/>
              </a:ext>
            </a:extLst>
          </p:cNvPr>
          <p:cNvSpPr/>
          <p:nvPr/>
        </p:nvSpPr>
        <p:spPr>
          <a:xfrm>
            <a:off x="5599289" y="1675154"/>
            <a:ext cx="666044" cy="4681195"/>
          </a:xfrm>
          <a:prstGeom prst="rect">
            <a:avLst/>
          </a:prstGeom>
          <a:solidFill>
            <a:schemeClr val="tx2"/>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46097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3811-7812-1066-B6BC-31B186FEB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70CF6-444F-2A83-FD2C-413A9366D790}"/>
              </a:ext>
            </a:extLst>
          </p:cNvPr>
          <p:cNvSpPr>
            <a:spLocks noGrp="1"/>
          </p:cNvSpPr>
          <p:nvPr>
            <p:ph type="title"/>
          </p:nvPr>
        </p:nvSpPr>
        <p:spPr/>
        <p:txBody>
          <a:bodyPr/>
          <a:lstStyle/>
          <a:p>
            <a:r>
              <a:rPr lang="en-US" dirty="0"/>
              <a:t>Results – Test fairness</a:t>
            </a:r>
          </a:p>
        </p:txBody>
      </p:sp>
      <p:sp>
        <p:nvSpPr>
          <p:cNvPr id="5" name="Slide Number Placeholder 4">
            <a:extLst>
              <a:ext uri="{FF2B5EF4-FFF2-40B4-BE49-F238E27FC236}">
                <a16:creationId xmlns:a16="http://schemas.microsoft.com/office/drawing/2014/main" id="{AAC58826-10C3-0659-6EF0-F3791DF966E3}"/>
              </a:ext>
            </a:extLst>
          </p:cNvPr>
          <p:cNvSpPr>
            <a:spLocks noGrp="1"/>
          </p:cNvSpPr>
          <p:nvPr>
            <p:ph type="sldNum" sz="quarter" idx="12"/>
          </p:nvPr>
        </p:nvSpPr>
        <p:spPr/>
        <p:txBody>
          <a:bodyPr/>
          <a:lstStyle/>
          <a:p>
            <a:fld id="{B5CEABB6-07DC-46E8-9B57-56EC44A396E5}" type="slidenum">
              <a:rPr lang="en-US" smtClean="0"/>
              <a:pPr/>
              <a:t>8</a:t>
            </a:fld>
            <a:endParaRPr lang="en-US" dirty="0"/>
          </a:p>
        </p:txBody>
      </p:sp>
      <p:sp>
        <p:nvSpPr>
          <p:cNvPr id="7" name="Text Placeholder 6">
            <a:extLst>
              <a:ext uri="{FF2B5EF4-FFF2-40B4-BE49-F238E27FC236}">
                <a16:creationId xmlns:a16="http://schemas.microsoft.com/office/drawing/2014/main" id="{A375CF06-205F-C05E-0E5D-050038F2815D}"/>
              </a:ext>
            </a:extLst>
          </p:cNvPr>
          <p:cNvSpPr>
            <a:spLocks noGrp="1"/>
          </p:cNvSpPr>
          <p:nvPr>
            <p:ph type="body" sz="quarter" idx="13"/>
          </p:nvPr>
        </p:nvSpPr>
        <p:spPr/>
        <p:txBody>
          <a:bodyPr/>
          <a:lstStyle/>
          <a:p>
            <a:endParaRPr lang="en-US"/>
          </a:p>
        </p:txBody>
      </p:sp>
      <p:sp>
        <p:nvSpPr>
          <p:cNvPr id="9" name="Table Placeholder 8">
            <a:extLst>
              <a:ext uri="{FF2B5EF4-FFF2-40B4-BE49-F238E27FC236}">
                <a16:creationId xmlns:a16="http://schemas.microsoft.com/office/drawing/2014/main" id="{69CF8426-CB92-8678-9B71-BD9075514BB8}"/>
              </a:ext>
            </a:extLst>
          </p:cNvPr>
          <p:cNvSpPr>
            <a:spLocks noGrp="1"/>
          </p:cNvSpPr>
          <p:nvPr>
            <p:ph type="tbl" sz="quarter" idx="14"/>
          </p:nvPr>
        </p:nvSpPr>
        <p:spPr/>
        <p:txBody>
          <a:bodyPr/>
          <a:lstStyle/>
          <a:p>
            <a:endParaRPr lang="en-US"/>
          </a:p>
        </p:txBody>
      </p:sp>
      <p:pic>
        <p:nvPicPr>
          <p:cNvPr id="13" name="Picture 12" descr="A pie chart with text and numbers&#10;&#10;Description automatically generated">
            <a:extLst>
              <a:ext uri="{FF2B5EF4-FFF2-40B4-BE49-F238E27FC236}">
                <a16:creationId xmlns:a16="http://schemas.microsoft.com/office/drawing/2014/main" id="{653A8C5D-144D-98F5-A0FD-7E646A986B18}"/>
              </a:ext>
            </a:extLst>
          </p:cNvPr>
          <p:cNvPicPr>
            <a:picLocks noChangeAspect="1"/>
          </p:cNvPicPr>
          <p:nvPr/>
        </p:nvPicPr>
        <p:blipFill>
          <a:blip r:embed="rId4"/>
          <a:stretch>
            <a:fillRect/>
          </a:stretch>
        </p:blipFill>
        <p:spPr>
          <a:xfrm>
            <a:off x="0" y="1667851"/>
            <a:ext cx="12192000" cy="4688499"/>
          </a:xfrm>
          <a:prstGeom prst="rect">
            <a:avLst/>
          </a:prstGeom>
        </p:spPr>
      </p:pic>
      <p:sp>
        <p:nvSpPr>
          <p:cNvPr id="3" name="Rectangle 2">
            <a:extLst>
              <a:ext uri="{FF2B5EF4-FFF2-40B4-BE49-F238E27FC236}">
                <a16:creationId xmlns:a16="http://schemas.microsoft.com/office/drawing/2014/main" id="{E49FFAE9-CD83-234E-CF75-C165F4F0A384}"/>
              </a:ext>
            </a:extLst>
          </p:cNvPr>
          <p:cNvSpPr/>
          <p:nvPr/>
        </p:nvSpPr>
        <p:spPr>
          <a:xfrm>
            <a:off x="5599289" y="1667852"/>
            <a:ext cx="666044" cy="4688498"/>
          </a:xfrm>
          <a:prstGeom prst="rect">
            <a:avLst/>
          </a:prstGeom>
          <a:solidFill>
            <a:schemeClr val="tx2"/>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534874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3811-7812-1066-B6BC-31B186FEB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70CF6-444F-2A83-FD2C-413A9366D790}"/>
              </a:ext>
            </a:extLst>
          </p:cNvPr>
          <p:cNvSpPr>
            <a:spLocks noGrp="1"/>
          </p:cNvSpPr>
          <p:nvPr>
            <p:ph type="title"/>
          </p:nvPr>
        </p:nvSpPr>
        <p:spPr/>
        <p:txBody>
          <a:bodyPr/>
          <a:lstStyle/>
          <a:p>
            <a:r>
              <a:rPr lang="en-US" dirty="0"/>
              <a:t>Results - Learning</a:t>
            </a:r>
          </a:p>
        </p:txBody>
      </p:sp>
      <p:sp>
        <p:nvSpPr>
          <p:cNvPr id="5" name="Slide Number Placeholder 4">
            <a:extLst>
              <a:ext uri="{FF2B5EF4-FFF2-40B4-BE49-F238E27FC236}">
                <a16:creationId xmlns:a16="http://schemas.microsoft.com/office/drawing/2014/main" id="{AAC58826-10C3-0659-6EF0-F3791DF966E3}"/>
              </a:ext>
            </a:extLst>
          </p:cNvPr>
          <p:cNvSpPr>
            <a:spLocks noGrp="1"/>
          </p:cNvSpPr>
          <p:nvPr>
            <p:ph type="sldNum" sz="quarter" idx="12"/>
          </p:nvPr>
        </p:nvSpPr>
        <p:spPr/>
        <p:txBody>
          <a:bodyPr/>
          <a:lstStyle/>
          <a:p>
            <a:fld id="{B5CEABB6-07DC-46E8-9B57-56EC44A396E5}" type="slidenum">
              <a:rPr lang="en-US" smtClean="0"/>
              <a:pPr/>
              <a:t>9</a:t>
            </a:fld>
            <a:endParaRPr lang="en-US" dirty="0"/>
          </a:p>
        </p:txBody>
      </p:sp>
      <p:sp>
        <p:nvSpPr>
          <p:cNvPr id="7" name="Text Placeholder 6">
            <a:extLst>
              <a:ext uri="{FF2B5EF4-FFF2-40B4-BE49-F238E27FC236}">
                <a16:creationId xmlns:a16="http://schemas.microsoft.com/office/drawing/2014/main" id="{E7906F60-81B1-AE50-67F3-C972476AE012}"/>
              </a:ext>
            </a:extLst>
          </p:cNvPr>
          <p:cNvSpPr>
            <a:spLocks noGrp="1"/>
          </p:cNvSpPr>
          <p:nvPr>
            <p:ph type="body" sz="quarter" idx="13"/>
          </p:nvPr>
        </p:nvSpPr>
        <p:spPr/>
        <p:txBody>
          <a:bodyPr/>
          <a:lstStyle/>
          <a:p>
            <a:endParaRPr lang="en-US"/>
          </a:p>
        </p:txBody>
      </p:sp>
      <p:sp>
        <p:nvSpPr>
          <p:cNvPr id="9" name="Table Placeholder 8">
            <a:extLst>
              <a:ext uri="{FF2B5EF4-FFF2-40B4-BE49-F238E27FC236}">
                <a16:creationId xmlns:a16="http://schemas.microsoft.com/office/drawing/2014/main" id="{2E63D6B3-FDAF-CD3D-DD0A-A1690CF4A0E4}"/>
              </a:ext>
            </a:extLst>
          </p:cNvPr>
          <p:cNvSpPr>
            <a:spLocks noGrp="1"/>
          </p:cNvSpPr>
          <p:nvPr>
            <p:ph type="tbl" sz="quarter" idx="14"/>
          </p:nvPr>
        </p:nvSpPr>
        <p:spPr/>
        <p:txBody>
          <a:bodyPr/>
          <a:lstStyle/>
          <a:p>
            <a:endParaRPr lang="en-US"/>
          </a:p>
        </p:txBody>
      </p:sp>
      <p:pic>
        <p:nvPicPr>
          <p:cNvPr id="11" name="Picture 10" descr="A pie chart with numbers and a graph&#10;&#10;Description automatically generated">
            <a:extLst>
              <a:ext uri="{FF2B5EF4-FFF2-40B4-BE49-F238E27FC236}">
                <a16:creationId xmlns:a16="http://schemas.microsoft.com/office/drawing/2014/main" id="{4C4D06B3-DC53-6CEB-CF82-D5202DE1BEC9}"/>
              </a:ext>
            </a:extLst>
          </p:cNvPr>
          <p:cNvPicPr>
            <a:picLocks noChangeAspect="1"/>
          </p:cNvPicPr>
          <p:nvPr/>
        </p:nvPicPr>
        <p:blipFill>
          <a:blip r:embed="rId4"/>
          <a:stretch>
            <a:fillRect/>
          </a:stretch>
        </p:blipFill>
        <p:spPr>
          <a:xfrm>
            <a:off x="20572" y="1642064"/>
            <a:ext cx="12171428" cy="4714286"/>
          </a:xfrm>
          <a:prstGeom prst="rect">
            <a:avLst/>
          </a:prstGeom>
        </p:spPr>
      </p:pic>
      <p:sp>
        <p:nvSpPr>
          <p:cNvPr id="3" name="Rectangle 2">
            <a:extLst>
              <a:ext uri="{FF2B5EF4-FFF2-40B4-BE49-F238E27FC236}">
                <a16:creationId xmlns:a16="http://schemas.microsoft.com/office/drawing/2014/main" id="{027511B8-5D3A-144B-EF0D-EE936D3F34BC}"/>
              </a:ext>
            </a:extLst>
          </p:cNvPr>
          <p:cNvSpPr/>
          <p:nvPr/>
        </p:nvSpPr>
        <p:spPr>
          <a:xfrm>
            <a:off x="5599289" y="1642064"/>
            <a:ext cx="666044" cy="4714286"/>
          </a:xfrm>
          <a:prstGeom prst="rect">
            <a:avLst/>
          </a:prstGeom>
          <a:solidFill>
            <a:schemeClr val="tx2"/>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77630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93811-7812-1066-B6BC-31B186FEB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70CF6-444F-2A83-FD2C-413A9366D790}"/>
              </a:ext>
            </a:extLst>
          </p:cNvPr>
          <p:cNvSpPr>
            <a:spLocks noGrp="1"/>
          </p:cNvSpPr>
          <p:nvPr>
            <p:ph type="title"/>
          </p:nvPr>
        </p:nvSpPr>
        <p:spPr/>
        <p:txBody>
          <a:bodyPr/>
          <a:lstStyle/>
          <a:p>
            <a:r>
              <a:rPr lang="en-US" dirty="0"/>
              <a:t>Results - Enjoyment</a:t>
            </a:r>
          </a:p>
        </p:txBody>
      </p:sp>
      <p:sp>
        <p:nvSpPr>
          <p:cNvPr id="5" name="Slide Number Placeholder 4">
            <a:extLst>
              <a:ext uri="{FF2B5EF4-FFF2-40B4-BE49-F238E27FC236}">
                <a16:creationId xmlns:a16="http://schemas.microsoft.com/office/drawing/2014/main" id="{AAC58826-10C3-0659-6EF0-F3791DF966E3}"/>
              </a:ext>
            </a:extLst>
          </p:cNvPr>
          <p:cNvSpPr>
            <a:spLocks noGrp="1"/>
          </p:cNvSpPr>
          <p:nvPr>
            <p:ph type="sldNum" sz="quarter" idx="12"/>
          </p:nvPr>
        </p:nvSpPr>
        <p:spPr/>
        <p:txBody>
          <a:bodyPr/>
          <a:lstStyle/>
          <a:p>
            <a:fld id="{B5CEABB6-07DC-46E8-9B57-56EC44A396E5}" type="slidenum">
              <a:rPr lang="en-US" smtClean="0"/>
              <a:pPr/>
              <a:t>10</a:t>
            </a:fld>
            <a:endParaRPr lang="en-US" dirty="0"/>
          </a:p>
        </p:txBody>
      </p:sp>
      <p:sp>
        <p:nvSpPr>
          <p:cNvPr id="7" name="Table Placeholder 6">
            <a:extLst>
              <a:ext uri="{FF2B5EF4-FFF2-40B4-BE49-F238E27FC236}">
                <a16:creationId xmlns:a16="http://schemas.microsoft.com/office/drawing/2014/main" id="{65B0C535-1A49-BEA8-B6F4-A4B63A455885}"/>
              </a:ext>
            </a:extLst>
          </p:cNvPr>
          <p:cNvSpPr>
            <a:spLocks noGrp="1"/>
          </p:cNvSpPr>
          <p:nvPr>
            <p:ph type="tbl" sz="quarter" idx="14"/>
          </p:nvPr>
        </p:nvSpPr>
        <p:spPr/>
        <p:txBody>
          <a:bodyPr/>
          <a:lstStyle/>
          <a:p>
            <a:endParaRPr lang="en-US"/>
          </a:p>
        </p:txBody>
      </p:sp>
      <p:pic>
        <p:nvPicPr>
          <p:cNvPr id="9" name="Picture 8" descr="A pie chart with numbers and text&#10;&#10;Description automatically generated">
            <a:extLst>
              <a:ext uri="{FF2B5EF4-FFF2-40B4-BE49-F238E27FC236}">
                <a16:creationId xmlns:a16="http://schemas.microsoft.com/office/drawing/2014/main" id="{1C316214-5CF4-0BE4-0DE4-9CF8B6E22074}"/>
              </a:ext>
            </a:extLst>
          </p:cNvPr>
          <p:cNvPicPr>
            <a:picLocks noChangeAspect="1"/>
          </p:cNvPicPr>
          <p:nvPr/>
        </p:nvPicPr>
        <p:blipFill>
          <a:blip r:embed="rId4"/>
          <a:stretch>
            <a:fillRect/>
          </a:stretch>
        </p:blipFill>
        <p:spPr>
          <a:xfrm>
            <a:off x="0" y="1689683"/>
            <a:ext cx="12190476" cy="4666667"/>
          </a:xfrm>
          <a:prstGeom prst="rect">
            <a:avLst/>
          </a:prstGeom>
        </p:spPr>
      </p:pic>
      <p:sp>
        <p:nvSpPr>
          <p:cNvPr id="3" name="Rectangle 2">
            <a:extLst>
              <a:ext uri="{FF2B5EF4-FFF2-40B4-BE49-F238E27FC236}">
                <a16:creationId xmlns:a16="http://schemas.microsoft.com/office/drawing/2014/main" id="{D562BCC3-9314-C680-2800-152BFA311B83}"/>
              </a:ext>
            </a:extLst>
          </p:cNvPr>
          <p:cNvSpPr/>
          <p:nvPr/>
        </p:nvSpPr>
        <p:spPr>
          <a:xfrm>
            <a:off x="5599289" y="1512712"/>
            <a:ext cx="666044" cy="4843638"/>
          </a:xfrm>
          <a:prstGeom prst="rect">
            <a:avLst/>
          </a:prstGeom>
          <a:solidFill>
            <a:schemeClr val="tx2"/>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90295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EB63-BA27-3B1C-5C77-E41897708CFD}"/>
              </a:ext>
            </a:extLst>
          </p:cNvPr>
          <p:cNvSpPr>
            <a:spLocks noGrp="1"/>
          </p:cNvSpPr>
          <p:nvPr>
            <p:ph type="title"/>
          </p:nvPr>
        </p:nvSpPr>
        <p:spPr/>
        <p:txBody>
          <a:bodyPr/>
          <a:lstStyle/>
          <a:p>
            <a:r>
              <a:rPr lang="en-US" dirty="0"/>
              <a:t>Success Rate and Enrollment</a:t>
            </a:r>
          </a:p>
        </p:txBody>
      </p:sp>
      <p:sp>
        <p:nvSpPr>
          <p:cNvPr id="5" name="Slide Number Placeholder 4">
            <a:extLst>
              <a:ext uri="{FF2B5EF4-FFF2-40B4-BE49-F238E27FC236}">
                <a16:creationId xmlns:a16="http://schemas.microsoft.com/office/drawing/2014/main" id="{9E3FF08D-A1BB-12CF-31FD-1DD552FC8E16}"/>
              </a:ext>
            </a:extLst>
          </p:cNvPr>
          <p:cNvSpPr>
            <a:spLocks noGrp="1"/>
          </p:cNvSpPr>
          <p:nvPr>
            <p:ph type="sldNum" sz="quarter" idx="12"/>
          </p:nvPr>
        </p:nvSpPr>
        <p:spPr/>
        <p:txBody>
          <a:bodyPr/>
          <a:lstStyle/>
          <a:p>
            <a:fld id="{B5CEABB6-07DC-46E8-9B57-56EC44A396E5}" type="slidenum">
              <a:rPr lang="en-US" smtClean="0"/>
              <a:pPr/>
              <a:t>11</a:t>
            </a:fld>
            <a:endParaRPr lang="en-US" dirty="0"/>
          </a:p>
        </p:txBody>
      </p:sp>
      <p:graphicFrame>
        <p:nvGraphicFramePr>
          <p:cNvPr id="6" name="Chart 5">
            <a:extLst>
              <a:ext uri="{FF2B5EF4-FFF2-40B4-BE49-F238E27FC236}">
                <a16:creationId xmlns:a16="http://schemas.microsoft.com/office/drawing/2014/main" id="{F9783502-1946-A370-A291-DD8A1E7447B7}"/>
              </a:ext>
            </a:extLst>
          </p:cNvPr>
          <p:cNvGraphicFramePr>
            <a:graphicFrameLocks/>
          </p:cNvGraphicFramePr>
          <p:nvPr>
            <p:extLst>
              <p:ext uri="{D42A27DB-BD31-4B8C-83A1-F6EECF244321}">
                <p14:modId xmlns:p14="http://schemas.microsoft.com/office/powerpoint/2010/main" val="3569371712"/>
              </p:ext>
            </p:extLst>
          </p:nvPr>
        </p:nvGraphicFramePr>
        <p:xfrm>
          <a:off x="1114425" y="2597763"/>
          <a:ext cx="4572000" cy="31670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68C2A350-EDC4-A4DF-9F4F-AD47B94026EE}"/>
              </a:ext>
            </a:extLst>
          </p:cNvPr>
          <p:cNvGraphicFramePr>
            <a:graphicFrameLocks/>
          </p:cNvGraphicFramePr>
          <p:nvPr>
            <p:extLst>
              <p:ext uri="{D42A27DB-BD31-4B8C-83A1-F6EECF244321}">
                <p14:modId xmlns:p14="http://schemas.microsoft.com/office/powerpoint/2010/main" val="739240065"/>
              </p:ext>
            </p:extLst>
          </p:nvPr>
        </p:nvGraphicFramePr>
        <p:xfrm>
          <a:off x="6505577" y="2569188"/>
          <a:ext cx="4572000" cy="3195638"/>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6982736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USTOM" val="Xm9CGPBd"/>
  <p:tag name="ARTICULATE_SLIDE_COUNT" val="4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8451406B-581B-4C29-A833-E33D8A6AB07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{9BC48CC3-E30B-414F-92BB-619CF05BAD6E}tf33968143_win32</Template>
  <TotalTime>905</TotalTime>
  <Words>708</Words>
  <Application>Microsoft Macintosh PowerPoint</Application>
  <PresentationFormat>Widescreen</PresentationFormat>
  <Paragraphs>94</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Avenir Next LT Pro</vt:lpstr>
      <vt:lpstr>Calibri</vt:lpstr>
      <vt:lpstr>Caveat</vt:lpstr>
      <vt:lpstr>Custom</vt:lpstr>
      <vt:lpstr>Spanish I</vt:lpstr>
      <vt:lpstr>Before</vt:lpstr>
      <vt:lpstr>Our Plan</vt:lpstr>
      <vt:lpstr>After</vt:lpstr>
      <vt:lpstr>PowerPoint Presentation</vt:lpstr>
      <vt:lpstr>Results - Expectations</vt:lpstr>
      <vt:lpstr>Results - Materials</vt:lpstr>
      <vt:lpstr>Results – Test fairness</vt:lpstr>
      <vt:lpstr>Results - Learning</vt:lpstr>
      <vt:lpstr>Results - Enjoyment</vt:lpstr>
      <vt:lpstr>Success Rate and Enrollment</vt:lpstr>
    </vt:vector>
  </TitlesOfParts>
  <Company>University of Alabama - OTIDE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Glow-Ups Meagan Hudson, Hannah Mohr, Jet Davis, Peter Li, and Rebekah Simpson Moderated by Rachel Walker</dc:title>
  <dc:creator>Rachel Walker</dc:creator>
  <cp:lastModifiedBy>Rebekah Simpson</cp:lastModifiedBy>
  <cp:revision>21</cp:revision>
  <dcterms:created xsi:type="dcterms:W3CDTF">2024-02-14T19:02:45Z</dcterms:created>
  <dcterms:modified xsi:type="dcterms:W3CDTF">2026-07-04T22:21:03Z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ArticulateGUID">
    <vt:lpwstr>5B4FA960-6ED7-4834-BE3C-F8983112FA72</vt:lpwstr>
  </property>
  <property fmtid="{D5CDD505-2E9C-101B-9397-08002B2CF9AE}" pid="4" name="ArticulatePath">
    <vt:lpwstr>ACCESS Glow-Ups</vt:lpwstr>
  </property>
</Properties>
</file>